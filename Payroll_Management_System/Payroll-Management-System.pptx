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1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4630400" cy="8229600"/>
  <p:notesSz cx="8229600" cy="14630400"/>
  <p:embeddedFontLst>
    <p:embeddedFont>
      <p:font typeface="Abril Fatface" panose="02000503000000020003" pitchFamily="2" charset="0"/>
      <p:regular r:id="rId15"/>
    </p:embeddedFont>
    <p:embeddedFont>
      <p:font typeface="Consolas" panose="020B0609020204030204" pitchFamily="49" charset="0"/>
      <p:regular r:id="rId16"/>
      <p:bold r:id="rId17"/>
      <p:italic r:id="rId18"/>
      <p:boldItalic r:id="rId19"/>
    </p:embeddedFont>
    <p:embeddedFont>
      <p:font typeface="Elephant" panose="02020904090505020303" pitchFamily="18" charset="0"/>
      <p:regular r:id="rId20"/>
      <p:italic r:id="rId21"/>
    </p:embeddedFont>
    <p:embeddedFont>
      <p:font typeface="Mukta Light" panose="020B0604020202020204" charset="0"/>
      <p:regular r:id="rId22"/>
    </p:embeddedFont>
    <p:embeddedFont>
      <p:font typeface="Prompt Medium" panose="00000600000000000000" pitchFamily="2" charset="-34"/>
      <p:regular r:id="rId23"/>
      <p:italic r:id="rId24"/>
    </p:embeddedFont>
    <p:embeddedFont>
      <p:font typeface="Segoe UI" panose="020B0502040204020203"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936E05-1AA5-039A-B009-B877E516599C}" name="Shreeya Bhatt" initials="SB" userId="539cf04406a4f32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366CC"/>
    <a:srgbClr val="137BBE"/>
    <a:srgbClr val="137CC2"/>
    <a:srgbClr val="66A2D8"/>
    <a:srgbClr val="000000"/>
    <a:srgbClr val="0642BA"/>
    <a:srgbClr val="FEFEFE"/>
    <a:srgbClr val="F9F8F4"/>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E0AD20-4E52-4CA6-9483-40BC4FC9BD10}" v="297" dt="2025-02-21T18:13:27.3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69" autoAdjust="0"/>
    <p:restoredTop sz="95033" autoAdjust="0"/>
  </p:normalViewPr>
  <p:slideViewPr>
    <p:cSldViewPr snapToGrid="0" snapToObjects="1">
      <p:cViewPr varScale="1">
        <p:scale>
          <a:sx n="62" d="100"/>
          <a:sy n="62" d="100"/>
        </p:scale>
        <p:origin x="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eya Bhatt" userId="539cf04406a4f32d" providerId="LiveId" clId="{95E0AD20-4E52-4CA6-9483-40BC4FC9BD10}"/>
    <pc:docChg chg="undo custSel addSld delSld modSld sldOrd modMainMaster">
      <pc:chgData name="Shreeya Bhatt" userId="539cf04406a4f32d" providerId="LiveId" clId="{95E0AD20-4E52-4CA6-9483-40BC4FC9BD10}" dt="2025-02-21T18:21:46.882" v="1786" actId="20577"/>
      <pc:docMkLst>
        <pc:docMk/>
      </pc:docMkLst>
      <pc:sldChg chg="addSp delSp modSp mod modTransition">
        <pc:chgData name="Shreeya Bhatt" userId="539cf04406a4f32d" providerId="LiveId" clId="{95E0AD20-4E52-4CA6-9483-40BC4FC9BD10}" dt="2025-02-18T07:31:32.376" v="1677" actId="115"/>
        <pc:sldMkLst>
          <pc:docMk/>
          <pc:sldMk cId="0" sldId="256"/>
        </pc:sldMkLst>
        <pc:spChg chg="mod">
          <ac:chgData name="Shreeya Bhatt" userId="539cf04406a4f32d" providerId="LiveId" clId="{95E0AD20-4E52-4CA6-9483-40BC4FC9BD10}" dt="2025-02-18T07:31:14.900" v="1675" actId="404"/>
          <ac:spMkLst>
            <pc:docMk/>
            <pc:sldMk cId="0" sldId="256"/>
            <ac:spMk id="2" creationId="{00000000-0000-0000-0000-000000000000}"/>
          </ac:spMkLst>
        </pc:spChg>
        <pc:spChg chg="add mod">
          <ac:chgData name="Shreeya Bhatt" userId="539cf04406a4f32d" providerId="LiveId" clId="{95E0AD20-4E52-4CA6-9483-40BC4FC9BD10}" dt="2025-02-18T07:28:54.433" v="1662" actId="1076"/>
          <ac:spMkLst>
            <pc:docMk/>
            <pc:sldMk cId="0" sldId="256"/>
            <ac:spMk id="8" creationId="{125EA187-03DD-0B9E-A945-810F67CCD0C2}"/>
          </ac:spMkLst>
        </pc:spChg>
        <pc:spChg chg="add mod">
          <ac:chgData name="Shreeya Bhatt" userId="539cf04406a4f32d" providerId="LiveId" clId="{95E0AD20-4E52-4CA6-9483-40BC4FC9BD10}" dt="2025-02-18T07:31:32.376" v="1677" actId="115"/>
          <ac:spMkLst>
            <pc:docMk/>
            <pc:sldMk cId="0" sldId="256"/>
            <ac:spMk id="10" creationId="{BCEF3C99-2BDA-4F24-12E0-31C3AD55783D}"/>
          </ac:spMkLst>
        </pc:spChg>
        <pc:picChg chg="add mod">
          <ac:chgData name="Shreeya Bhatt" userId="539cf04406a4f32d" providerId="LiveId" clId="{95E0AD20-4E52-4CA6-9483-40BC4FC9BD10}" dt="2025-02-18T07:28:54.433" v="1662" actId="1076"/>
          <ac:picMkLst>
            <pc:docMk/>
            <pc:sldMk cId="0" sldId="256"/>
            <ac:picMk id="13" creationId="{952D0B92-5A9E-80D7-C808-ADA17568AE15}"/>
          </ac:picMkLst>
        </pc:picChg>
        <pc:picChg chg="add mod">
          <ac:chgData name="Shreeya Bhatt" userId="539cf04406a4f32d" providerId="LiveId" clId="{95E0AD20-4E52-4CA6-9483-40BC4FC9BD10}" dt="2025-02-18T07:28:54.433" v="1662" actId="1076"/>
          <ac:picMkLst>
            <pc:docMk/>
            <pc:sldMk cId="0" sldId="256"/>
            <ac:picMk id="15" creationId="{55A7E32D-9DF7-E24F-D9A3-4E576CB17A97}"/>
          </ac:picMkLst>
        </pc:picChg>
      </pc:sldChg>
      <pc:sldChg chg="addSp delSp modSp mod modTransition">
        <pc:chgData name="Shreeya Bhatt" userId="539cf04406a4f32d" providerId="LiveId" clId="{95E0AD20-4E52-4CA6-9483-40BC4FC9BD10}" dt="2025-02-21T17:52:06.529" v="1697" actId="6549"/>
        <pc:sldMkLst>
          <pc:docMk/>
          <pc:sldMk cId="0" sldId="257"/>
        </pc:sldMkLst>
        <pc:spChg chg="add del mod">
          <ac:chgData name="Shreeya Bhatt" userId="539cf04406a4f32d" providerId="LiveId" clId="{95E0AD20-4E52-4CA6-9483-40BC4FC9BD10}" dt="2025-02-18T06:47:16.749" v="1635" actId="2711"/>
          <ac:spMkLst>
            <pc:docMk/>
            <pc:sldMk cId="0" sldId="257"/>
            <ac:spMk id="2" creationId="{00000000-0000-0000-0000-000000000000}"/>
          </ac:spMkLst>
        </pc:spChg>
        <pc:spChg chg="add del mod">
          <ac:chgData name="Shreeya Bhatt" userId="539cf04406a4f32d" providerId="LiveId" clId="{95E0AD20-4E52-4CA6-9483-40BC4FC9BD10}" dt="2025-02-18T06:47:12.903" v="1634" actId="21"/>
          <ac:spMkLst>
            <pc:docMk/>
            <pc:sldMk cId="0" sldId="257"/>
            <ac:spMk id="8" creationId="{E24057BA-929C-843F-14A2-2CF86AD940FC}"/>
          </ac:spMkLst>
        </pc:spChg>
        <pc:spChg chg="add del mod">
          <ac:chgData name="Shreeya Bhatt" userId="539cf04406a4f32d" providerId="LiveId" clId="{95E0AD20-4E52-4CA6-9483-40BC4FC9BD10}" dt="2025-02-21T17:52:06.529" v="1697" actId="6549"/>
          <ac:spMkLst>
            <pc:docMk/>
            <pc:sldMk cId="0" sldId="257"/>
            <ac:spMk id="11" creationId="{A71094D1-3133-DD6F-D9A5-097E9643961E}"/>
          </ac:spMkLst>
        </pc:spChg>
        <pc:picChg chg="add del mod">
          <ac:chgData name="Shreeya Bhatt" userId="539cf04406a4f32d" providerId="LiveId" clId="{95E0AD20-4E52-4CA6-9483-40BC4FC9BD10}" dt="2025-02-18T06:47:12.903" v="1634" actId="21"/>
          <ac:picMkLst>
            <pc:docMk/>
            <pc:sldMk cId="0" sldId="257"/>
            <ac:picMk id="12" creationId="{BA7BB8F9-2C2D-EFBA-CFE0-6611063BBA14}"/>
          </ac:picMkLst>
        </pc:picChg>
        <pc:picChg chg="add del mod">
          <ac:chgData name="Shreeya Bhatt" userId="539cf04406a4f32d" providerId="LiveId" clId="{95E0AD20-4E52-4CA6-9483-40BC4FC9BD10}" dt="2025-02-18T06:47:12.903" v="1634" actId="21"/>
          <ac:picMkLst>
            <pc:docMk/>
            <pc:sldMk cId="0" sldId="257"/>
            <ac:picMk id="15" creationId="{912E5B30-6DBC-AD6A-6762-88F1F1C1C6E4}"/>
          </ac:picMkLst>
        </pc:picChg>
      </pc:sldChg>
      <pc:sldChg chg="addSp delSp modSp mod modTransition modAnim">
        <pc:chgData name="Shreeya Bhatt" userId="539cf04406a4f32d" providerId="LiveId" clId="{95E0AD20-4E52-4CA6-9483-40BC4FC9BD10}" dt="2025-02-21T17:57:27.462" v="1759" actId="255"/>
        <pc:sldMkLst>
          <pc:docMk/>
          <pc:sldMk cId="0" sldId="258"/>
        </pc:sldMkLst>
        <pc:spChg chg="add">
          <ac:chgData name="Shreeya Bhatt" userId="539cf04406a4f32d" providerId="LiveId" clId="{95E0AD20-4E52-4CA6-9483-40BC4FC9BD10}" dt="2025-02-21T17:56:26.513" v="1721"/>
          <ac:spMkLst>
            <pc:docMk/>
            <pc:sldMk cId="0" sldId="258"/>
            <ac:spMk id="2" creationId="{0C4C0374-3DE0-FE28-3561-57FB8F11788F}"/>
          </ac:spMkLst>
        </pc:spChg>
        <pc:spChg chg="mod">
          <ac:chgData name="Shreeya Bhatt" userId="539cf04406a4f32d" providerId="LiveId" clId="{95E0AD20-4E52-4CA6-9483-40BC4FC9BD10}" dt="2025-02-18T06:39:27.916" v="1592" actId="1076"/>
          <ac:spMkLst>
            <pc:docMk/>
            <pc:sldMk cId="0" sldId="258"/>
            <ac:spMk id="4" creationId="{00000000-0000-0000-0000-000000000000}"/>
          </ac:spMkLst>
        </pc:spChg>
        <pc:spChg chg="mod">
          <ac:chgData name="Shreeya Bhatt" userId="539cf04406a4f32d" providerId="LiveId" clId="{95E0AD20-4E52-4CA6-9483-40BC4FC9BD10}" dt="2025-02-21T17:57:27.462" v="1759" actId="255"/>
          <ac:spMkLst>
            <pc:docMk/>
            <pc:sldMk cId="0" sldId="258"/>
            <ac:spMk id="5" creationId="{00000000-0000-0000-0000-000000000000}"/>
          </ac:spMkLst>
        </pc:spChg>
        <pc:spChg chg="add mod">
          <ac:chgData name="Shreeya Bhatt" userId="539cf04406a4f32d" providerId="LiveId" clId="{95E0AD20-4E52-4CA6-9483-40BC4FC9BD10}" dt="2025-02-18T06:14:21.467" v="1242" actId="14100"/>
          <ac:spMkLst>
            <pc:docMk/>
            <pc:sldMk cId="0" sldId="258"/>
            <ac:spMk id="7" creationId="{AF3B3130-DFE7-0C8C-0CA8-30E7ABBCC8A5}"/>
          </ac:spMkLst>
        </pc:spChg>
        <pc:picChg chg="mod modCrop">
          <ac:chgData name="Shreeya Bhatt" userId="539cf04406a4f32d" providerId="LiveId" clId="{95E0AD20-4E52-4CA6-9483-40BC4FC9BD10}" dt="2025-02-18T06:13:13.498" v="1231" actId="1076"/>
          <ac:picMkLst>
            <pc:docMk/>
            <pc:sldMk cId="0" sldId="258"/>
            <ac:picMk id="3" creationId="{00000000-0000-0000-0000-000000000000}"/>
          </ac:picMkLst>
        </pc:picChg>
        <pc:picChg chg="add mod">
          <ac:chgData name="Shreeya Bhatt" userId="539cf04406a4f32d" providerId="LiveId" clId="{95E0AD20-4E52-4CA6-9483-40BC4FC9BD10}" dt="2025-02-12T06:43:39.009" v="1041"/>
          <ac:picMkLst>
            <pc:docMk/>
            <pc:sldMk cId="0" sldId="258"/>
            <ac:picMk id="9" creationId="{4DC50A35-D572-F2E5-F397-72EE0ED8B4EE}"/>
          </ac:picMkLst>
        </pc:picChg>
        <pc:picChg chg="add mod">
          <ac:chgData name="Shreeya Bhatt" userId="539cf04406a4f32d" providerId="LiveId" clId="{95E0AD20-4E52-4CA6-9483-40BC4FC9BD10}" dt="2025-02-17T17:15:53.499" v="1077" actId="14100"/>
          <ac:picMkLst>
            <pc:docMk/>
            <pc:sldMk cId="0" sldId="258"/>
            <ac:picMk id="10" creationId="{4DF566FE-37C0-4E33-98F5-6F865A449271}"/>
          </ac:picMkLst>
        </pc:picChg>
      </pc:sldChg>
      <pc:sldChg chg="addSp delSp modSp mod modTransition modAnim">
        <pc:chgData name="Shreeya Bhatt" userId="539cf04406a4f32d" providerId="LiveId" clId="{95E0AD20-4E52-4CA6-9483-40BC4FC9BD10}" dt="2025-02-21T18:14:19.078" v="1783" actId="1076"/>
        <pc:sldMkLst>
          <pc:docMk/>
          <pc:sldMk cId="0" sldId="259"/>
        </pc:sldMkLst>
        <pc:spChg chg="mod">
          <ac:chgData name="Shreeya Bhatt" userId="539cf04406a4f32d" providerId="LiveId" clId="{95E0AD20-4E52-4CA6-9483-40BC4FC9BD10}" dt="2025-02-21T18:14:15.669" v="1780" actId="1076"/>
          <ac:spMkLst>
            <pc:docMk/>
            <pc:sldMk cId="0" sldId="259"/>
            <ac:spMk id="2" creationId="{00000000-0000-0000-0000-000000000000}"/>
          </ac:spMkLst>
        </pc:spChg>
        <pc:spChg chg="mod">
          <ac:chgData name="Shreeya Bhatt" userId="539cf04406a4f32d" providerId="LiveId" clId="{95E0AD20-4E52-4CA6-9483-40BC4FC9BD10}" dt="2025-02-18T06:16:43.001" v="1258" actId="1076"/>
          <ac:spMkLst>
            <pc:docMk/>
            <pc:sldMk cId="0" sldId="259"/>
            <ac:spMk id="4" creationId="{00000000-0000-0000-0000-000000000000}"/>
          </ac:spMkLst>
        </pc:spChg>
        <pc:picChg chg="del mod">
          <ac:chgData name="Shreeya Bhatt" userId="539cf04406a4f32d" providerId="LiveId" clId="{95E0AD20-4E52-4CA6-9483-40BC4FC9BD10}" dt="2025-02-21T17:57:44.779" v="1760" actId="478"/>
          <ac:picMkLst>
            <pc:docMk/>
            <pc:sldMk cId="0" sldId="259"/>
            <ac:picMk id="3" creationId="{00000000-0000-0000-0000-000000000000}"/>
          </ac:picMkLst>
        </pc:picChg>
        <pc:picChg chg="add mod">
          <ac:chgData name="Shreeya Bhatt" userId="539cf04406a4f32d" providerId="LiveId" clId="{95E0AD20-4E52-4CA6-9483-40BC4FC9BD10}" dt="2025-02-21T18:14:19.078" v="1783" actId="1076"/>
          <ac:picMkLst>
            <pc:docMk/>
            <pc:sldMk cId="0" sldId="259"/>
            <ac:picMk id="6" creationId="{3BD04C48-1A41-D40C-C968-C9C136B21B0C}"/>
          </ac:picMkLst>
        </pc:picChg>
        <pc:picChg chg="add mod">
          <ac:chgData name="Shreeya Bhatt" userId="539cf04406a4f32d" providerId="LiveId" clId="{95E0AD20-4E52-4CA6-9483-40BC4FC9BD10}" dt="2025-02-18T06:16:43.001" v="1258" actId="1076"/>
          <ac:picMkLst>
            <pc:docMk/>
            <pc:sldMk cId="0" sldId="259"/>
            <ac:picMk id="7" creationId="{B9C441F4-FB02-9553-581C-90157615C568}"/>
          </ac:picMkLst>
        </pc:picChg>
        <pc:picChg chg="add mod">
          <ac:chgData name="Shreeya Bhatt" userId="539cf04406a4f32d" providerId="LiveId" clId="{95E0AD20-4E52-4CA6-9483-40BC4FC9BD10}" dt="2025-02-18T06:16:43.001" v="1258" actId="1076"/>
          <ac:picMkLst>
            <pc:docMk/>
            <pc:sldMk cId="0" sldId="259"/>
            <ac:picMk id="8" creationId="{FE2ED177-23E8-6315-C9CA-2640DE124374}"/>
          </ac:picMkLst>
        </pc:picChg>
      </pc:sldChg>
      <pc:sldChg chg="addSp delSp modSp mod modTransition modAnim">
        <pc:chgData name="Shreeya Bhatt" userId="539cf04406a4f32d" providerId="LiveId" clId="{95E0AD20-4E52-4CA6-9483-40BC4FC9BD10}" dt="2025-02-18T06:36:28.736" v="1582" actId="2711"/>
        <pc:sldMkLst>
          <pc:docMk/>
          <pc:sldMk cId="0" sldId="260"/>
        </pc:sldMkLst>
        <pc:spChg chg="mod">
          <ac:chgData name="Shreeya Bhatt" userId="539cf04406a4f32d" providerId="LiveId" clId="{95E0AD20-4E52-4CA6-9483-40BC4FC9BD10}" dt="2025-02-18T06:36:28.736" v="1582" actId="2711"/>
          <ac:spMkLst>
            <pc:docMk/>
            <pc:sldMk cId="0" sldId="260"/>
            <ac:spMk id="2" creationId="{00000000-0000-0000-0000-000000000000}"/>
          </ac:spMkLst>
        </pc:spChg>
        <pc:spChg chg="mod">
          <ac:chgData name="Shreeya Bhatt" userId="539cf04406a4f32d" providerId="LiveId" clId="{95E0AD20-4E52-4CA6-9483-40BC4FC9BD10}" dt="2025-02-18T06:18:38.442" v="1290" actId="115"/>
          <ac:spMkLst>
            <pc:docMk/>
            <pc:sldMk cId="0" sldId="260"/>
            <ac:spMk id="3" creationId="{00000000-0000-0000-0000-000000000000}"/>
          </ac:spMkLst>
        </pc:spChg>
        <pc:spChg chg="mod">
          <ac:chgData name="Shreeya Bhatt" userId="539cf04406a4f32d" providerId="LiveId" clId="{95E0AD20-4E52-4CA6-9483-40BC4FC9BD10}" dt="2025-02-18T06:18:34.613" v="1289" actId="404"/>
          <ac:spMkLst>
            <pc:docMk/>
            <pc:sldMk cId="0" sldId="260"/>
            <ac:spMk id="4" creationId="{00000000-0000-0000-0000-000000000000}"/>
          </ac:spMkLst>
        </pc:spChg>
        <pc:spChg chg="mod">
          <ac:chgData name="Shreeya Bhatt" userId="539cf04406a4f32d" providerId="LiveId" clId="{95E0AD20-4E52-4CA6-9483-40BC4FC9BD10}" dt="2025-02-12T06:43:39.009" v="1041"/>
          <ac:spMkLst>
            <pc:docMk/>
            <pc:sldMk cId="0" sldId="260"/>
            <ac:spMk id="5" creationId="{00000000-0000-0000-0000-000000000000}"/>
          </ac:spMkLst>
        </pc:spChg>
        <pc:spChg chg="mod">
          <ac:chgData name="Shreeya Bhatt" userId="539cf04406a4f32d" providerId="LiveId" clId="{95E0AD20-4E52-4CA6-9483-40BC4FC9BD10}" dt="2025-02-18T06:18:31.357" v="1288" actId="404"/>
          <ac:spMkLst>
            <pc:docMk/>
            <pc:sldMk cId="0" sldId="260"/>
            <ac:spMk id="6" creationId="{00000000-0000-0000-0000-000000000000}"/>
          </ac:spMkLst>
        </pc:spChg>
        <pc:spChg chg="mod">
          <ac:chgData name="Shreeya Bhatt" userId="539cf04406a4f32d" providerId="LiveId" clId="{95E0AD20-4E52-4CA6-9483-40BC4FC9BD10}" dt="2025-02-12T06:43:39.009" v="1041"/>
          <ac:spMkLst>
            <pc:docMk/>
            <pc:sldMk cId="0" sldId="260"/>
            <ac:spMk id="7" creationId="{00000000-0000-0000-0000-000000000000}"/>
          </ac:spMkLst>
        </pc:spChg>
        <pc:spChg chg="mod">
          <ac:chgData name="Shreeya Bhatt" userId="539cf04406a4f32d" providerId="LiveId" clId="{95E0AD20-4E52-4CA6-9483-40BC4FC9BD10}" dt="2025-02-18T06:18:23.701" v="1287" actId="1076"/>
          <ac:spMkLst>
            <pc:docMk/>
            <pc:sldMk cId="0" sldId="260"/>
            <ac:spMk id="8" creationId="{00000000-0000-0000-0000-000000000000}"/>
          </ac:spMkLst>
        </pc:spChg>
        <pc:spChg chg="mod">
          <ac:chgData name="Shreeya Bhatt" userId="539cf04406a4f32d" providerId="LiveId" clId="{95E0AD20-4E52-4CA6-9483-40BC4FC9BD10}" dt="2025-02-12T06:43:39.009" v="1041"/>
          <ac:spMkLst>
            <pc:docMk/>
            <pc:sldMk cId="0" sldId="260"/>
            <ac:spMk id="9" creationId="{00000000-0000-0000-0000-000000000000}"/>
          </ac:spMkLst>
        </pc:spChg>
        <pc:spChg chg="add mod">
          <ac:chgData name="Shreeya Bhatt" userId="539cf04406a4f32d" providerId="LiveId" clId="{95E0AD20-4E52-4CA6-9483-40BC4FC9BD10}" dt="2025-02-12T06:43:39.009" v="1041"/>
          <ac:spMkLst>
            <pc:docMk/>
            <pc:sldMk cId="0" sldId="260"/>
            <ac:spMk id="10" creationId="{8F5F2AB7-26C7-DF28-7D79-D9AB15126919}"/>
          </ac:spMkLst>
        </pc:spChg>
        <pc:picChg chg="add mod">
          <ac:chgData name="Shreeya Bhatt" userId="539cf04406a4f32d" providerId="LiveId" clId="{95E0AD20-4E52-4CA6-9483-40BC4FC9BD10}" dt="2025-02-11T17:15:37.204" v="743" actId="207"/>
          <ac:picMkLst>
            <pc:docMk/>
            <pc:sldMk cId="0" sldId="260"/>
            <ac:picMk id="14" creationId="{BB6B5111-545F-5B05-7F15-BE74B5E39A63}"/>
          </ac:picMkLst>
        </pc:picChg>
        <pc:picChg chg="add mod">
          <ac:chgData name="Shreeya Bhatt" userId="539cf04406a4f32d" providerId="LiveId" clId="{95E0AD20-4E52-4CA6-9483-40BC4FC9BD10}" dt="2025-02-12T06:43:39.009" v="1041"/>
          <ac:picMkLst>
            <pc:docMk/>
            <pc:sldMk cId="0" sldId="260"/>
            <ac:picMk id="15" creationId="{6D647AB0-6CE2-6252-B1D5-1645C54A818D}"/>
          </ac:picMkLst>
        </pc:picChg>
        <pc:cxnChg chg="add mod">
          <ac:chgData name="Shreeya Bhatt" userId="539cf04406a4f32d" providerId="LiveId" clId="{95E0AD20-4E52-4CA6-9483-40BC4FC9BD10}" dt="2025-02-11T14:37:37.419" v="217" actId="1076"/>
          <ac:cxnSpMkLst>
            <pc:docMk/>
            <pc:sldMk cId="0" sldId="260"/>
            <ac:cxnSpMk id="11" creationId="{C0AAE40E-CD5D-9FD2-7372-095587466BFE}"/>
          </ac:cxnSpMkLst>
        </pc:cxnChg>
        <pc:cxnChg chg="add mod">
          <ac:chgData name="Shreeya Bhatt" userId="539cf04406a4f32d" providerId="LiveId" clId="{95E0AD20-4E52-4CA6-9483-40BC4FC9BD10}" dt="2025-02-11T14:38:17.139" v="222" actId="1076"/>
          <ac:cxnSpMkLst>
            <pc:docMk/>
            <pc:sldMk cId="0" sldId="260"/>
            <ac:cxnSpMk id="12" creationId="{19DC460C-BB18-F416-2776-89022C83C182}"/>
          </ac:cxnSpMkLst>
        </pc:cxnChg>
      </pc:sldChg>
      <pc:sldChg chg="addSp delSp modSp mod modTransition modAnim">
        <pc:chgData name="Shreeya Bhatt" userId="539cf04406a4f32d" providerId="LiveId" clId="{95E0AD20-4E52-4CA6-9483-40BC4FC9BD10}" dt="2025-02-21T18:21:46.882" v="1786" actId="20577"/>
        <pc:sldMkLst>
          <pc:docMk/>
          <pc:sldMk cId="0" sldId="261"/>
        </pc:sldMkLst>
        <pc:spChg chg="mod">
          <ac:chgData name="Shreeya Bhatt" userId="539cf04406a4f32d" providerId="LiveId" clId="{95E0AD20-4E52-4CA6-9483-40BC4FC9BD10}" dt="2025-02-18T06:36:38.752" v="1584" actId="122"/>
          <ac:spMkLst>
            <pc:docMk/>
            <pc:sldMk cId="0" sldId="261"/>
            <ac:spMk id="2" creationId="{00000000-0000-0000-0000-000000000000}"/>
          </ac:spMkLst>
        </pc:spChg>
        <pc:spChg chg="mod">
          <ac:chgData name="Shreeya Bhatt" userId="539cf04406a4f32d" providerId="LiveId" clId="{95E0AD20-4E52-4CA6-9483-40BC4FC9BD10}" dt="2025-02-17T17:18:20.856" v="1101" actId="207"/>
          <ac:spMkLst>
            <pc:docMk/>
            <pc:sldMk cId="0" sldId="261"/>
            <ac:spMk id="4" creationId="{00000000-0000-0000-0000-000000000000}"/>
          </ac:spMkLst>
        </pc:spChg>
        <pc:spChg chg="mod">
          <ac:chgData name="Shreeya Bhatt" userId="539cf04406a4f32d" providerId="LiveId" clId="{95E0AD20-4E52-4CA6-9483-40BC4FC9BD10}" dt="2025-02-21T18:21:46.882" v="1786" actId="20577"/>
          <ac:spMkLst>
            <pc:docMk/>
            <pc:sldMk cId="0" sldId="261"/>
            <ac:spMk id="5" creationId="{00000000-0000-0000-0000-000000000000}"/>
          </ac:spMkLst>
        </pc:spChg>
        <pc:spChg chg="mod">
          <ac:chgData name="Shreeya Bhatt" userId="539cf04406a4f32d" providerId="LiveId" clId="{95E0AD20-4E52-4CA6-9483-40BC4FC9BD10}" dt="2025-02-17T17:18:24.143" v="1102" actId="207"/>
          <ac:spMkLst>
            <pc:docMk/>
            <pc:sldMk cId="0" sldId="261"/>
            <ac:spMk id="7" creationId="{00000000-0000-0000-0000-000000000000}"/>
          </ac:spMkLst>
        </pc:spChg>
        <pc:spChg chg="mod">
          <ac:chgData name="Shreeya Bhatt" userId="539cf04406a4f32d" providerId="LiveId" clId="{95E0AD20-4E52-4CA6-9483-40BC4FC9BD10}" dt="2025-02-12T06:43:39.009" v="1041"/>
          <ac:spMkLst>
            <pc:docMk/>
            <pc:sldMk cId="0" sldId="261"/>
            <ac:spMk id="8" creationId="{00000000-0000-0000-0000-000000000000}"/>
          </ac:spMkLst>
        </pc:spChg>
        <pc:spChg chg="mod">
          <ac:chgData name="Shreeya Bhatt" userId="539cf04406a4f32d" providerId="LiveId" clId="{95E0AD20-4E52-4CA6-9483-40BC4FC9BD10}" dt="2025-02-17T17:18:27.099" v="1103" actId="207"/>
          <ac:spMkLst>
            <pc:docMk/>
            <pc:sldMk cId="0" sldId="261"/>
            <ac:spMk id="10" creationId="{00000000-0000-0000-0000-000000000000}"/>
          </ac:spMkLst>
        </pc:spChg>
        <pc:spChg chg="mod">
          <ac:chgData name="Shreeya Bhatt" userId="539cf04406a4f32d" providerId="LiveId" clId="{95E0AD20-4E52-4CA6-9483-40BC4FC9BD10}" dt="2025-02-12T06:43:39.009" v="1041"/>
          <ac:spMkLst>
            <pc:docMk/>
            <pc:sldMk cId="0" sldId="261"/>
            <ac:spMk id="11" creationId="{00000000-0000-0000-0000-000000000000}"/>
          </ac:spMkLst>
        </pc:spChg>
        <pc:spChg chg="add mod">
          <ac:chgData name="Shreeya Bhatt" userId="539cf04406a4f32d" providerId="LiveId" clId="{95E0AD20-4E52-4CA6-9483-40BC4FC9BD10}" dt="2025-02-12T06:43:39.009" v="1041"/>
          <ac:spMkLst>
            <pc:docMk/>
            <pc:sldMk cId="0" sldId="261"/>
            <ac:spMk id="12" creationId="{F2821ADF-5672-3E99-A84A-230F4C0E0693}"/>
          </ac:spMkLst>
        </pc:spChg>
        <pc:picChg chg="mod">
          <ac:chgData name="Shreeya Bhatt" userId="539cf04406a4f32d" providerId="LiveId" clId="{95E0AD20-4E52-4CA6-9483-40BC4FC9BD10}" dt="2025-02-11T14:41:41.568" v="237" actId="1076"/>
          <ac:picMkLst>
            <pc:docMk/>
            <pc:sldMk cId="0" sldId="261"/>
            <ac:picMk id="3" creationId="{00000000-0000-0000-0000-000000000000}"/>
          </ac:picMkLst>
        </pc:picChg>
        <pc:picChg chg="mod">
          <ac:chgData name="Shreeya Bhatt" userId="539cf04406a4f32d" providerId="LiveId" clId="{95E0AD20-4E52-4CA6-9483-40BC4FC9BD10}" dt="2025-02-11T17:15:28.716" v="742" actId="207"/>
          <ac:picMkLst>
            <pc:docMk/>
            <pc:sldMk cId="0" sldId="261"/>
            <ac:picMk id="6" creationId="{00000000-0000-0000-0000-000000000000}"/>
          </ac:picMkLst>
        </pc:picChg>
        <pc:picChg chg="mod">
          <ac:chgData name="Shreeya Bhatt" userId="539cf04406a4f32d" providerId="LiveId" clId="{95E0AD20-4E52-4CA6-9483-40BC4FC9BD10}" dt="2025-02-11T14:42:05.633" v="243" actId="1076"/>
          <ac:picMkLst>
            <pc:docMk/>
            <pc:sldMk cId="0" sldId="261"/>
            <ac:picMk id="9" creationId="{00000000-0000-0000-0000-000000000000}"/>
          </ac:picMkLst>
        </pc:picChg>
        <pc:picChg chg="add mod">
          <ac:chgData name="Shreeya Bhatt" userId="539cf04406a4f32d" providerId="LiveId" clId="{95E0AD20-4E52-4CA6-9483-40BC4FC9BD10}" dt="2025-02-12T06:43:39.009" v="1041"/>
          <ac:picMkLst>
            <pc:docMk/>
            <pc:sldMk cId="0" sldId="261"/>
            <ac:picMk id="15" creationId="{EA9ADEC6-BD99-D46B-D956-2DF08440D27D}"/>
          </ac:picMkLst>
        </pc:picChg>
        <pc:picChg chg="add mod">
          <ac:chgData name="Shreeya Bhatt" userId="539cf04406a4f32d" providerId="LiveId" clId="{95E0AD20-4E52-4CA6-9483-40BC4FC9BD10}" dt="2025-02-12T06:43:39.009" v="1041"/>
          <ac:picMkLst>
            <pc:docMk/>
            <pc:sldMk cId="0" sldId="261"/>
            <ac:picMk id="16" creationId="{683DE3DA-D2A4-35E1-0C4E-453BAC472DF1}"/>
          </ac:picMkLst>
        </pc:picChg>
        <pc:cxnChg chg="add mod">
          <ac:chgData name="Shreeya Bhatt" userId="539cf04406a4f32d" providerId="LiveId" clId="{95E0AD20-4E52-4CA6-9483-40BC4FC9BD10}" dt="2025-02-11T16:24:20.630" v="374" actId="14100"/>
          <ac:cxnSpMkLst>
            <pc:docMk/>
            <pc:sldMk cId="0" sldId="261"/>
            <ac:cxnSpMk id="13" creationId="{8AA58A22-D76B-431E-0572-2C1D189B06E6}"/>
          </ac:cxnSpMkLst>
        </pc:cxnChg>
        <pc:cxnChg chg="add mod">
          <ac:chgData name="Shreeya Bhatt" userId="539cf04406a4f32d" providerId="LiveId" clId="{95E0AD20-4E52-4CA6-9483-40BC4FC9BD10}" dt="2025-02-11T16:24:57.874" v="382" actId="1076"/>
          <ac:cxnSpMkLst>
            <pc:docMk/>
            <pc:sldMk cId="0" sldId="261"/>
            <ac:cxnSpMk id="17" creationId="{B8C82870-4227-359E-FE76-2B418D0D6E1E}"/>
          </ac:cxnSpMkLst>
        </pc:cxnChg>
      </pc:sldChg>
      <pc:sldChg chg="addSp delSp modSp mod ord modTransition modAnim">
        <pc:chgData name="Shreeya Bhatt" userId="539cf04406a4f32d" providerId="LiveId" clId="{95E0AD20-4E52-4CA6-9483-40BC4FC9BD10}" dt="2025-02-17T17:31:55.896" v="1200"/>
        <pc:sldMkLst>
          <pc:docMk/>
          <pc:sldMk cId="0" sldId="262"/>
        </pc:sldMkLst>
        <pc:spChg chg="mod">
          <ac:chgData name="Shreeya Bhatt" userId="539cf04406a4f32d" providerId="LiveId" clId="{95E0AD20-4E52-4CA6-9483-40BC4FC9BD10}" dt="2025-02-17T17:13:44.752" v="1064" actId="207"/>
          <ac:spMkLst>
            <pc:docMk/>
            <pc:sldMk cId="0" sldId="262"/>
            <ac:spMk id="2" creationId="{00000000-0000-0000-0000-000000000000}"/>
          </ac:spMkLst>
        </pc:spChg>
        <pc:spChg chg="mod">
          <ac:chgData name="Shreeya Bhatt" userId="539cf04406a4f32d" providerId="LiveId" clId="{95E0AD20-4E52-4CA6-9483-40BC4FC9BD10}" dt="2025-02-12T06:43:39.009" v="1041"/>
          <ac:spMkLst>
            <pc:docMk/>
            <pc:sldMk cId="0" sldId="262"/>
            <ac:spMk id="3" creationId="{00000000-0000-0000-0000-000000000000}"/>
          </ac:spMkLst>
        </pc:spChg>
        <pc:spChg chg="mod">
          <ac:chgData name="Shreeya Bhatt" userId="539cf04406a4f32d" providerId="LiveId" clId="{95E0AD20-4E52-4CA6-9483-40BC4FC9BD10}" dt="2025-02-11T18:20:28.871" v="947" actId="1076"/>
          <ac:spMkLst>
            <pc:docMk/>
            <pc:sldMk cId="0" sldId="262"/>
            <ac:spMk id="4" creationId="{00000000-0000-0000-0000-000000000000}"/>
          </ac:spMkLst>
        </pc:spChg>
        <pc:spChg chg="mod">
          <ac:chgData name="Shreeya Bhatt" userId="539cf04406a4f32d" providerId="LiveId" clId="{95E0AD20-4E52-4CA6-9483-40BC4FC9BD10}" dt="2025-02-17T17:14:09.350" v="1067" actId="207"/>
          <ac:spMkLst>
            <pc:docMk/>
            <pc:sldMk cId="0" sldId="262"/>
            <ac:spMk id="5" creationId="{00000000-0000-0000-0000-000000000000}"/>
          </ac:spMkLst>
        </pc:spChg>
        <pc:spChg chg="mod">
          <ac:chgData name="Shreeya Bhatt" userId="539cf04406a4f32d" providerId="LiveId" clId="{95E0AD20-4E52-4CA6-9483-40BC4FC9BD10}" dt="2025-02-11T18:20:28.871" v="947" actId="1076"/>
          <ac:spMkLst>
            <pc:docMk/>
            <pc:sldMk cId="0" sldId="262"/>
            <ac:spMk id="6" creationId="{00000000-0000-0000-0000-000000000000}"/>
          </ac:spMkLst>
        </pc:spChg>
        <pc:spChg chg="mod">
          <ac:chgData name="Shreeya Bhatt" userId="539cf04406a4f32d" providerId="LiveId" clId="{95E0AD20-4E52-4CA6-9483-40BC4FC9BD10}" dt="2025-02-11T18:20:11.569" v="945" actId="1076"/>
          <ac:spMkLst>
            <pc:docMk/>
            <pc:sldMk cId="0" sldId="262"/>
            <ac:spMk id="7" creationId="{00000000-0000-0000-0000-000000000000}"/>
          </ac:spMkLst>
        </pc:spChg>
        <pc:spChg chg="mod">
          <ac:chgData name="Shreeya Bhatt" userId="539cf04406a4f32d" providerId="LiveId" clId="{95E0AD20-4E52-4CA6-9483-40BC4FC9BD10}" dt="2025-02-11T18:20:11.569" v="945" actId="1076"/>
          <ac:spMkLst>
            <pc:docMk/>
            <pc:sldMk cId="0" sldId="262"/>
            <ac:spMk id="8" creationId="{00000000-0000-0000-0000-000000000000}"/>
          </ac:spMkLst>
        </pc:spChg>
        <pc:spChg chg="mod">
          <ac:chgData name="Shreeya Bhatt" userId="539cf04406a4f32d" providerId="LiveId" clId="{95E0AD20-4E52-4CA6-9483-40BC4FC9BD10}" dt="2025-02-17T17:14:20.297" v="1069" actId="207"/>
          <ac:spMkLst>
            <pc:docMk/>
            <pc:sldMk cId="0" sldId="262"/>
            <ac:spMk id="9" creationId="{00000000-0000-0000-0000-000000000000}"/>
          </ac:spMkLst>
        </pc:spChg>
        <pc:spChg chg="mod">
          <ac:chgData name="Shreeya Bhatt" userId="539cf04406a4f32d" providerId="LiveId" clId="{95E0AD20-4E52-4CA6-9483-40BC4FC9BD10}" dt="2025-02-12T06:43:39.009" v="1041"/>
          <ac:spMkLst>
            <pc:docMk/>
            <pc:sldMk cId="0" sldId="262"/>
            <ac:spMk id="10" creationId="{00000000-0000-0000-0000-000000000000}"/>
          </ac:spMkLst>
        </pc:spChg>
        <pc:spChg chg="mod">
          <ac:chgData name="Shreeya Bhatt" userId="539cf04406a4f32d" providerId="LiveId" clId="{95E0AD20-4E52-4CA6-9483-40BC4FC9BD10}" dt="2025-02-12T06:43:39.009" v="1041"/>
          <ac:spMkLst>
            <pc:docMk/>
            <pc:sldMk cId="0" sldId="262"/>
            <ac:spMk id="11" creationId="{00000000-0000-0000-0000-000000000000}"/>
          </ac:spMkLst>
        </pc:spChg>
        <pc:spChg chg="mod">
          <ac:chgData name="Shreeya Bhatt" userId="539cf04406a4f32d" providerId="LiveId" clId="{95E0AD20-4E52-4CA6-9483-40BC4FC9BD10}" dt="2025-02-12T06:43:39.009" v="1041"/>
          <ac:spMkLst>
            <pc:docMk/>
            <pc:sldMk cId="0" sldId="262"/>
            <ac:spMk id="12" creationId="{00000000-0000-0000-0000-000000000000}"/>
          </ac:spMkLst>
        </pc:spChg>
        <pc:spChg chg="mod">
          <ac:chgData name="Shreeya Bhatt" userId="539cf04406a4f32d" providerId="LiveId" clId="{95E0AD20-4E52-4CA6-9483-40BC4FC9BD10}" dt="2025-02-17T17:14:36.806" v="1071" actId="207"/>
          <ac:spMkLst>
            <pc:docMk/>
            <pc:sldMk cId="0" sldId="262"/>
            <ac:spMk id="13" creationId="{00000000-0000-0000-0000-000000000000}"/>
          </ac:spMkLst>
        </pc:spChg>
        <pc:spChg chg="mod">
          <ac:chgData name="Shreeya Bhatt" userId="539cf04406a4f32d" providerId="LiveId" clId="{95E0AD20-4E52-4CA6-9483-40BC4FC9BD10}" dt="2025-02-12T06:43:39.009" v="1041"/>
          <ac:spMkLst>
            <pc:docMk/>
            <pc:sldMk cId="0" sldId="262"/>
            <ac:spMk id="14" creationId="{00000000-0000-0000-0000-000000000000}"/>
          </ac:spMkLst>
        </pc:spChg>
        <pc:spChg chg="mod">
          <ac:chgData name="Shreeya Bhatt" userId="539cf04406a4f32d" providerId="LiveId" clId="{95E0AD20-4E52-4CA6-9483-40BC4FC9BD10}" dt="2025-02-12T06:43:39.009" v="1041"/>
          <ac:spMkLst>
            <pc:docMk/>
            <pc:sldMk cId="0" sldId="262"/>
            <ac:spMk id="15" creationId="{00000000-0000-0000-0000-000000000000}"/>
          </ac:spMkLst>
        </pc:spChg>
        <pc:spChg chg="mod">
          <ac:chgData name="Shreeya Bhatt" userId="539cf04406a4f32d" providerId="LiveId" clId="{95E0AD20-4E52-4CA6-9483-40BC4FC9BD10}" dt="2025-02-12T06:43:39.009" v="1041"/>
          <ac:spMkLst>
            <pc:docMk/>
            <pc:sldMk cId="0" sldId="262"/>
            <ac:spMk id="16" creationId="{00000000-0000-0000-0000-000000000000}"/>
          </ac:spMkLst>
        </pc:spChg>
        <pc:spChg chg="mod">
          <ac:chgData name="Shreeya Bhatt" userId="539cf04406a4f32d" providerId="LiveId" clId="{95E0AD20-4E52-4CA6-9483-40BC4FC9BD10}" dt="2025-02-17T17:14:40.533" v="1072" actId="207"/>
          <ac:spMkLst>
            <pc:docMk/>
            <pc:sldMk cId="0" sldId="262"/>
            <ac:spMk id="17" creationId="{00000000-0000-0000-0000-000000000000}"/>
          </ac:spMkLst>
        </pc:spChg>
        <pc:spChg chg="mod">
          <ac:chgData name="Shreeya Bhatt" userId="539cf04406a4f32d" providerId="LiveId" clId="{95E0AD20-4E52-4CA6-9483-40BC4FC9BD10}" dt="2025-02-11T18:20:52.909" v="948" actId="1076"/>
          <ac:spMkLst>
            <pc:docMk/>
            <pc:sldMk cId="0" sldId="262"/>
            <ac:spMk id="18" creationId="{00000000-0000-0000-0000-000000000000}"/>
          </ac:spMkLst>
        </pc:spChg>
        <pc:spChg chg="add mod">
          <ac:chgData name="Shreeya Bhatt" userId="539cf04406a4f32d" providerId="LiveId" clId="{95E0AD20-4E52-4CA6-9483-40BC4FC9BD10}" dt="2025-02-12T06:43:39.009" v="1041"/>
          <ac:spMkLst>
            <pc:docMk/>
            <pc:sldMk cId="0" sldId="262"/>
            <ac:spMk id="19" creationId="{88D54802-E28C-D976-FE32-8356101BCBF1}"/>
          </ac:spMkLst>
        </pc:spChg>
        <pc:picChg chg="add mod">
          <ac:chgData name="Shreeya Bhatt" userId="539cf04406a4f32d" providerId="LiveId" clId="{95E0AD20-4E52-4CA6-9483-40BC4FC9BD10}" dt="2025-02-11T17:00:57.090" v="664"/>
          <ac:picMkLst>
            <pc:docMk/>
            <pc:sldMk cId="0" sldId="262"/>
            <ac:picMk id="21" creationId="{941B0410-8EC6-52E0-0BF0-FC52E50EFDA0}"/>
          </ac:picMkLst>
        </pc:picChg>
        <pc:picChg chg="add mod">
          <ac:chgData name="Shreeya Bhatt" userId="539cf04406a4f32d" providerId="LiveId" clId="{95E0AD20-4E52-4CA6-9483-40BC4FC9BD10}" dt="2025-02-11T17:04:42.235" v="715"/>
          <ac:picMkLst>
            <pc:docMk/>
            <pc:sldMk cId="0" sldId="262"/>
            <ac:picMk id="22" creationId="{C81B136A-9715-B15E-BA10-54B3E2294D51}"/>
          </ac:picMkLst>
        </pc:picChg>
      </pc:sldChg>
      <pc:sldChg chg="addSp delSp modSp mod modTransition modAnim">
        <pc:chgData name="Shreeya Bhatt" userId="539cf04406a4f32d" providerId="LiveId" clId="{95E0AD20-4E52-4CA6-9483-40BC4FC9BD10}" dt="2025-02-17T17:40:45.855" v="1223" actId="14100"/>
        <pc:sldMkLst>
          <pc:docMk/>
          <pc:sldMk cId="0" sldId="263"/>
        </pc:sldMkLst>
        <pc:spChg chg="mod">
          <ac:chgData name="Shreeya Bhatt" userId="539cf04406a4f32d" providerId="LiveId" clId="{95E0AD20-4E52-4CA6-9483-40BC4FC9BD10}" dt="2025-02-17T17:23:56.118" v="1152" actId="14100"/>
          <ac:spMkLst>
            <pc:docMk/>
            <pc:sldMk cId="0" sldId="263"/>
            <ac:spMk id="4" creationId="{00000000-0000-0000-0000-000000000000}"/>
          </ac:spMkLst>
        </pc:spChg>
        <pc:spChg chg="mod">
          <ac:chgData name="Shreeya Bhatt" userId="539cf04406a4f32d" providerId="LiveId" clId="{95E0AD20-4E52-4CA6-9483-40BC4FC9BD10}" dt="2025-02-12T06:43:39.009" v="1041"/>
          <ac:spMkLst>
            <pc:docMk/>
            <pc:sldMk cId="0" sldId="263"/>
            <ac:spMk id="6" creationId="{00000000-0000-0000-0000-000000000000}"/>
          </ac:spMkLst>
        </pc:spChg>
        <pc:spChg chg="mod">
          <ac:chgData name="Shreeya Bhatt" userId="539cf04406a4f32d" providerId="LiveId" clId="{95E0AD20-4E52-4CA6-9483-40BC4FC9BD10}" dt="2025-02-12T06:43:39.009" v="1041"/>
          <ac:spMkLst>
            <pc:docMk/>
            <pc:sldMk cId="0" sldId="263"/>
            <ac:spMk id="7" creationId="{00000000-0000-0000-0000-000000000000}"/>
          </ac:spMkLst>
        </pc:spChg>
        <pc:spChg chg="mod">
          <ac:chgData name="Shreeya Bhatt" userId="539cf04406a4f32d" providerId="LiveId" clId="{95E0AD20-4E52-4CA6-9483-40BC4FC9BD10}" dt="2025-02-12T06:43:39.009" v="1041"/>
          <ac:spMkLst>
            <pc:docMk/>
            <pc:sldMk cId="0" sldId="263"/>
            <ac:spMk id="9" creationId="{00000000-0000-0000-0000-000000000000}"/>
          </ac:spMkLst>
        </pc:spChg>
        <pc:spChg chg="mod">
          <ac:chgData name="Shreeya Bhatt" userId="539cf04406a4f32d" providerId="LiveId" clId="{95E0AD20-4E52-4CA6-9483-40BC4FC9BD10}" dt="2025-02-12T06:43:39.009" v="1041"/>
          <ac:spMkLst>
            <pc:docMk/>
            <pc:sldMk cId="0" sldId="263"/>
            <ac:spMk id="10" creationId="{00000000-0000-0000-0000-000000000000}"/>
          </ac:spMkLst>
        </pc:spChg>
        <pc:spChg chg="add mod">
          <ac:chgData name="Shreeya Bhatt" userId="539cf04406a4f32d" providerId="LiveId" clId="{95E0AD20-4E52-4CA6-9483-40BC4FC9BD10}" dt="2025-02-17T17:23:52.186" v="1150" actId="1076"/>
          <ac:spMkLst>
            <pc:docMk/>
            <pc:sldMk cId="0" sldId="263"/>
            <ac:spMk id="11" creationId="{3BBA9206-EC17-2455-8999-88B60CFC71EA}"/>
          </ac:spMkLst>
        </pc:spChg>
        <pc:picChg chg="mod">
          <ac:chgData name="Shreeya Bhatt" userId="539cf04406a4f32d" providerId="LiveId" clId="{95E0AD20-4E52-4CA6-9483-40BC4FC9BD10}" dt="2025-02-17T17:40:45.855" v="1223" actId="14100"/>
          <ac:picMkLst>
            <pc:docMk/>
            <pc:sldMk cId="0" sldId="263"/>
            <ac:picMk id="3" creationId="{00000000-0000-0000-0000-000000000000}"/>
          </ac:picMkLst>
        </pc:picChg>
        <pc:picChg chg="mod">
          <ac:chgData name="Shreeya Bhatt" userId="539cf04406a4f32d" providerId="LiveId" clId="{95E0AD20-4E52-4CA6-9483-40BC4FC9BD10}" dt="2025-02-12T06:43:39.009" v="1041"/>
          <ac:picMkLst>
            <pc:docMk/>
            <pc:sldMk cId="0" sldId="263"/>
            <ac:picMk id="5" creationId="{00000000-0000-0000-0000-000000000000}"/>
          </ac:picMkLst>
        </pc:picChg>
        <pc:picChg chg="mod">
          <ac:chgData name="Shreeya Bhatt" userId="539cf04406a4f32d" providerId="LiveId" clId="{95E0AD20-4E52-4CA6-9483-40BC4FC9BD10}" dt="2025-02-11T18:21:21.927" v="954" actId="1076"/>
          <ac:picMkLst>
            <pc:docMk/>
            <pc:sldMk cId="0" sldId="263"/>
            <ac:picMk id="8" creationId="{00000000-0000-0000-0000-000000000000}"/>
          </ac:picMkLst>
        </pc:picChg>
        <pc:picChg chg="add mod">
          <ac:chgData name="Shreeya Bhatt" userId="539cf04406a4f32d" providerId="LiveId" clId="{95E0AD20-4E52-4CA6-9483-40BC4FC9BD10}" dt="2025-02-12T06:43:39.009" v="1041"/>
          <ac:picMkLst>
            <pc:docMk/>
            <pc:sldMk cId="0" sldId="263"/>
            <ac:picMk id="14" creationId="{1AB4B30F-3019-6C04-E8DE-75ABC0D5DDEA}"/>
          </ac:picMkLst>
        </pc:picChg>
        <pc:picChg chg="add mod">
          <ac:chgData name="Shreeya Bhatt" userId="539cf04406a4f32d" providerId="LiveId" clId="{95E0AD20-4E52-4CA6-9483-40BC4FC9BD10}" dt="2025-02-12T06:43:39.009" v="1041"/>
          <ac:picMkLst>
            <pc:docMk/>
            <pc:sldMk cId="0" sldId="263"/>
            <ac:picMk id="15" creationId="{1B2A2162-E40E-791E-6AC4-70F5983EC116}"/>
          </ac:picMkLst>
        </pc:picChg>
      </pc:sldChg>
      <pc:sldChg chg="addSp delSp modSp mod modTransition modAnim">
        <pc:chgData name="Shreeya Bhatt" userId="539cf04406a4f32d" providerId="LiveId" clId="{95E0AD20-4E52-4CA6-9483-40BC4FC9BD10}" dt="2025-02-18T06:44:17.273" v="1632" actId="1076"/>
        <pc:sldMkLst>
          <pc:docMk/>
          <pc:sldMk cId="0" sldId="264"/>
        </pc:sldMkLst>
        <pc:spChg chg="mod">
          <ac:chgData name="Shreeya Bhatt" userId="539cf04406a4f32d" providerId="LiveId" clId="{95E0AD20-4E52-4CA6-9483-40BC4FC9BD10}" dt="2025-02-12T06:43:39.009" v="1041"/>
          <ac:spMkLst>
            <pc:docMk/>
            <pc:sldMk cId="0" sldId="264"/>
            <ac:spMk id="2" creationId="{00000000-0000-0000-0000-000000000000}"/>
          </ac:spMkLst>
        </pc:spChg>
        <pc:spChg chg="mod">
          <ac:chgData name="Shreeya Bhatt" userId="539cf04406a4f32d" providerId="LiveId" clId="{95E0AD20-4E52-4CA6-9483-40BC4FC9BD10}" dt="2025-02-18T06:41:41.120" v="1601" actId="14100"/>
          <ac:spMkLst>
            <pc:docMk/>
            <pc:sldMk cId="0" sldId="264"/>
            <ac:spMk id="3" creationId="{00000000-0000-0000-0000-000000000000}"/>
          </ac:spMkLst>
        </pc:spChg>
        <pc:spChg chg="mod">
          <ac:chgData name="Shreeya Bhatt" userId="539cf04406a4f32d" providerId="LiveId" clId="{95E0AD20-4E52-4CA6-9483-40BC4FC9BD10}" dt="2025-02-18T06:43:57.909" v="1629" actId="1076"/>
          <ac:spMkLst>
            <pc:docMk/>
            <pc:sldMk cId="0" sldId="264"/>
            <ac:spMk id="4" creationId="{00000000-0000-0000-0000-000000000000}"/>
          </ac:spMkLst>
        </pc:spChg>
        <pc:spChg chg="mod">
          <ac:chgData name="Shreeya Bhatt" userId="539cf04406a4f32d" providerId="LiveId" clId="{95E0AD20-4E52-4CA6-9483-40BC4FC9BD10}" dt="2025-02-18T06:42:02.318" v="1606" actId="20577"/>
          <ac:spMkLst>
            <pc:docMk/>
            <pc:sldMk cId="0" sldId="264"/>
            <ac:spMk id="6" creationId="{00000000-0000-0000-0000-000000000000}"/>
          </ac:spMkLst>
        </pc:spChg>
        <pc:spChg chg="mod">
          <ac:chgData name="Shreeya Bhatt" userId="539cf04406a4f32d" providerId="LiveId" clId="{95E0AD20-4E52-4CA6-9483-40BC4FC9BD10}" dt="2025-02-18T06:44:08.155" v="1630" actId="1076"/>
          <ac:spMkLst>
            <pc:docMk/>
            <pc:sldMk cId="0" sldId="264"/>
            <ac:spMk id="7" creationId="{00000000-0000-0000-0000-000000000000}"/>
          </ac:spMkLst>
        </pc:spChg>
        <pc:spChg chg="mod">
          <ac:chgData name="Shreeya Bhatt" userId="539cf04406a4f32d" providerId="LiveId" clId="{95E0AD20-4E52-4CA6-9483-40BC4FC9BD10}" dt="2025-02-18T06:44:11.943" v="1631" actId="1076"/>
          <ac:spMkLst>
            <pc:docMk/>
            <pc:sldMk cId="0" sldId="264"/>
            <ac:spMk id="8" creationId="{00000000-0000-0000-0000-000000000000}"/>
          </ac:spMkLst>
        </pc:spChg>
        <pc:spChg chg="mod">
          <ac:chgData name="Shreeya Bhatt" userId="539cf04406a4f32d" providerId="LiveId" clId="{95E0AD20-4E52-4CA6-9483-40BC4FC9BD10}" dt="2025-02-18T06:43:57.603" v="1628" actId="1076"/>
          <ac:spMkLst>
            <pc:docMk/>
            <pc:sldMk cId="0" sldId="264"/>
            <ac:spMk id="9" creationId="{00000000-0000-0000-0000-000000000000}"/>
          </ac:spMkLst>
        </pc:spChg>
        <pc:spChg chg="mod">
          <ac:chgData name="Shreeya Bhatt" userId="539cf04406a4f32d" providerId="LiveId" clId="{95E0AD20-4E52-4CA6-9483-40BC4FC9BD10}" dt="2025-02-18T06:41:36.090" v="1600" actId="14100"/>
          <ac:spMkLst>
            <pc:docMk/>
            <pc:sldMk cId="0" sldId="264"/>
            <ac:spMk id="10" creationId="{00000000-0000-0000-0000-000000000000}"/>
          </ac:spMkLst>
        </pc:spChg>
        <pc:spChg chg="mod">
          <ac:chgData name="Shreeya Bhatt" userId="539cf04406a4f32d" providerId="LiveId" clId="{95E0AD20-4E52-4CA6-9483-40BC4FC9BD10}" dt="2025-02-18T06:43:01.591" v="1616" actId="1037"/>
          <ac:spMkLst>
            <pc:docMk/>
            <pc:sldMk cId="0" sldId="264"/>
            <ac:spMk id="11" creationId="{00000000-0000-0000-0000-000000000000}"/>
          </ac:spMkLst>
        </pc:spChg>
        <pc:spChg chg="mod">
          <ac:chgData name="Shreeya Bhatt" userId="539cf04406a4f32d" providerId="LiveId" clId="{95E0AD20-4E52-4CA6-9483-40BC4FC9BD10}" dt="2025-02-18T06:44:08.155" v="1630" actId="1076"/>
          <ac:spMkLst>
            <pc:docMk/>
            <pc:sldMk cId="0" sldId="264"/>
            <ac:spMk id="12" creationId="{00000000-0000-0000-0000-000000000000}"/>
          </ac:spMkLst>
        </pc:spChg>
        <pc:spChg chg="mod">
          <ac:chgData name="Shreeya Bhatt" userId="539cf04406a4f32d" providerId="LiveId" clId="{95E0AD20-4E52-4CA6-9483-40BC4FC9BD10}" dt="2025-02-18T06:44:17.273" v="1632" actId="1076"/>
          <ac:spMkLst>
            <pc:docMk/>
            <pc:sldMk cId="0" sldId="264"/>
            <ac:spMk id="13" creationId="{00000000-0000-0000-0000-000000000000}"/>
          </ac:spMkLst>
        </pc:spChg>
        <pc:spChg chg="add mod">
          <ac:chgData name="Shreeya Bhatt" userId="539cf04406a4f32d" providerId="LiveId" clId="{95E0AD20-4E52-4CA6-9483-40BC4FC9BD10}" dt="2025-02-18T06:38:24.306" v="1585" actId="207"/>
          <ac:spMkLst>
            <pc:docMk/>
            <pc:sldMk cId="0" sldId="264"/>
            <ac:spMk id="14" creationId="{21D68CFC-6053-8553-1BBD-C55E0C0F1E28}"/>
          </ac:spMkLst>
        </pc:spChg>
        <pc:spChg chg="add mod">
          <ac:chgData name="Shreeya Bhatt" userId="539cf04406a4f32d" providerId="LiveId" clId="{95E0AD20-4E52-4CA6-9483-40BC4FC9BD10}" dt="2025-02-18T06:42:05.547" v="1607" actId="1076"/>
          <ac:spMkLst>
            <pc:docMk/>
            <pc:sldMk cId="0" sldId="264"/>
            <ac:spMk id="15" creationId="{2FCF865F-7386-77AD-1C6D-CEC5F1169534}"/>
          </ac:spMkLst>
        </pc:spChg>
        <pc:spChg chg="add mod">
          <ac:chgData name="Shreeya Bhatt" userId="539cf04406a4f32d" providerId="LiveId" clId="{95E0AD20-4E52-4CA6-9483-40BC4FC9BD10}" dt="2025-02-18T06:43:30.527" v="1625" actId="1076"/>
          <ac:spMkLst>
            <pc:docMk/>
            <pc:sldMk cId="0" sldId="264"/>
            <ac:spMk id="16" creationId="{61EB4DEA-E16C-5F45-F8BE-1D361FF87CAE}"/>
          </ac:spMkLst>
        </pc:spChg>
        <pc:picChg chg="add mod">
          <ac:chgData name="Shreeya Bhatt" userId="539cf04406a4f32d" providerId="LiveId" clId="{95E0AD20-4E52-4CA6-9483-40BC4FC9BD10}" dt="2025-02-11T17:04:14.931" v="710"/>
          <ac:picMkLst>
            <pc:docMk/>
            <pc:sldMk cId="0" sldId="264"/>
            <ac:picMk id="17" creationId="{5371E0CD-89B6-1C86-19FA-E59A5FA88E3A}"/>
          </ac:picMkLst>
        </pc:picChg>
        <pc:picChg chg="add mod">
          <ac:chgData name="Shreeya Bhatt" userId="539cf04406a4f32d" providerId="LiveId" clId="{95E0AD20-4E52-4CA6-9483-40BC4FC9BD10}" dt="2025-02-11T17:05:28.920" v="730"/>
          <ac:picMkLst>
            <pc:docMk/>
            <pc:sldMk cId="0" sldId="264"/>
            <ac:picMk id="18" creationId="{860E9343-1333-4171-3098-5627E20896E4}"/>
          </ac:picMkLst>
        </pc:picChg>
      </pc:sldChg>
      <pc:sldChg chg="addSp delSp modSp mod modTransition modNotesTx">
        <pc:chgData name="Shreeya Bhatt" userId="539cf04406a4f32d" providerId="LiveId" clId="{95E0AD20-4E52-4CA6-9483-40BC4FC9BD10}" dt="2025-02-19T04:33:19.281" v="1679" actId="20577"/>
        <pc:sldMkLst>
          <pc:docMk/>
          <pc:sldMk cId="0" sldId="265"/>
        </pc:sldMkLst>
        <pc:spChg chg="add mod ord">
          <ac:chgData name="Shreeya Bhatt" userId="539cf04406a4f32d" providerId="LiveId" clId="{95E0AD20-4E52-4CA6-9483-40BC4FC9BD10}" dt="2025-02-12T06:43:39.009" v="1041"/>
          <ac:spMkLst>
            <pc:docMk/>
            <pc:sldMk cId="0" sldId="265"/>
            <ac:spMk id="2" creationId="{DB484F51-E0DD-5582-4768-1AECC4BB398A}"/>
          </ac:spMkLst>
        </pc:spChg>
        <pc:graphicFrameChg chg="add mod modGraphic">
          <ac:chgData name="Shreeya Bhatt" userId="539cf04406a4f32d" providerId="LiveId" clId="{95E0AD20-4E52-4CA6-9483-40BC4FC9BD10}" dt="2025-02-18T07:30:50.081" v="1671"/>
          <ac:graphicFrameMkLst>
            <pc:docMk/>
            <pc:sldMk cId="0" sldId="265"/>
            <ac:graphicFrameMk id="4" creationId="{250AE5D3-DFDC-FB23-3BE3-AFD44FC0F388}"/>
          </ac:graphicFrameMkLst>
        </pc:graphicFrameChg>
        <pc:picChg chg="add mod">
          <ac:chgData name="Shreeya Bhatt" userId="539cf04406a4f32d" providerId="LiveId" clId="{95E0AD20-4E52-4CA6-9483-40BC4FC9BD10}" dt="2025-02-12T06:43:39.009" v="1041"/>
          <ac:picMkLst>
            <pc:docMk/>
            <pc:sldMk cId="0" sldId="265"/>
            <ac:picMk id="3" creationId="{3755AD0C-C372-FE6D-2F7D-AEF6F7C36DB8}"/>
          </ac:picMkLst>
        </pc:picChg>
        <pc:picChg chg="add mod">
          <ac:chgData name="Shreeya Bhatt" userId="539cf04406a4f32d" providerId="LiveId" clId="{95E0AD20-4E52-4CA6-9483-40BC4FC9BD10}" dt="2025-02-12T06:43:39.009" v="1041"/>
          <ac:picMkLst>
            <pc:docMk/>
            <pc:sldMk cId="0" sldId="265"/>
            <ac:picMk id="5" creationId="{32C15B29-5025-C9F3-24A3-275252CA00EC}"/>
          </ac:picMkLst>
        </pc:picChg>
      </pc:sldChg>
      <pc:sldChg chg="addSp delSp modSp mod modTransition modAnim">
        <pc:chgData name="Shreeya Bhatt" userId="539cf04406a4f32d" providerId="LiveId" clId="{95E0AD20-4E52-4CA6-9483-40BC4FC9BD10}" dt="2025-02-18T06:38:37.005" v="1587" actId="14100"/>
        <pc:sldMkLst>
          <pc:docMk/>
          <pc:sldMk cId="0" sldId="266"/>
        </pc:sldMkLst>
        <pc:spChg chg="mod">
          <ac:chgData name="Shreeya Bhatt" userId="539cf04406a4f32d" providerId="LiveId" clId="{95E0AD20-4E52-4CA6-9483-40BC4FC9BD10}" dt="2025-02-12T06:44:36.655" v="1051" actId="1076"/>
          <ac:spMkLst>
            <pc:docMk/>
            <pc:sldMk cId="0" sldId="266"/>
            <ac:spMk id="2" creationId="{00000000-0000-0000-0000-000000000000}"/>
          </ac:spMkLst>
        </pc:spChg>
        <pc:spChg chg="mod">
          <ac:chgData name="Shreeya Bhatt" userId="539cf04406a4f32d" providerId="LiveId" clId="{95E0AD20-4E52-4CA6-9483-40BC4FC9BD10}" dt="2025-02-12T06:45:07.034" v="1057" actId="1076"/>
          <ac:spMkLst>
            <pc:docMk/>
            <pc:sldMk cId="0" sldId="266"/>
            <ac:spMk id="3" creationId="{00000000-0000-0000-0000-000000000000}"/>
          </ac:spMkLst>
        </pc:spChg>
        <pc:spChg chg="mod">
          <ac:chgData name="Shreeya Bhatt" userId="539cf04406a4f32d" providerId="LiveId" clId="{95E0AD20-4E52-4CA6-9483-40BC4FC9BD10}" dt="2025-02-12T06:43:39.009" v="1041"/>
          <ac:spMkLst>
            <pc:docMk/>
            <pc:sldMk cId="0" sldId="266"/>
            <ac:spMk id="4" creationId="{00000000-0000-0000-0000-000000000000}"/>
          </ac:spMkLst>
        </pc:spChg>
        <pc:spChg chg="mod">
          <ac:chgData name="Shreeya Bhatt" userId="539cf04406a4f32d" providerId="LiveId" clId="{95E0AD20-4E52-4CA6-9483-40BC4FC9BD10}" dt="2025-02-12T06:45:00.861" v="1056" actId="14100"/>
          <ac:spMkLst>
            <pc:docMk/>
            <pc:sldMk cId="0" sldId="266"/>
            <ac:spMk id="5" creationId="{00000000-0000-0000-0000-000000000000}"/>
          </ac:spMkLst>
        </pc:spChg>
        <pc:spChg chg="mod">
          <ac:chgData name="Shreeya Bhatt" userId="539cf04406a4f32d" providerId="LiveId" clId="{95E0AD20-4E52-4CA6-9483-40BC4FC9BD10}" dt="2025-02-12T06:44:56.389" v="1055" actId="1076"/>
          <ac:spMkLst>
            <pc:docMk/>
            <pc:sldMk cId="0" sldId="266"/>
            <ac:spMk id="6" creationId="{00000000-0000-0000-0000-000000000000}"/>
          </ac:spMkLst>
        </pc:spChg>
        <pc:spChg chg="mod">
          <ac:chgData name="Shreeya Bhatt" userId="539cf04406a4f32d" providerId="LiveId" clId="{95E0AD20-4E52-4CA6-9483-40BC4FC9BD10}" dt="2025-02-12T06:44:50.725" v="1054" actId="1076"/>
          <ac:spMkLst>
            <pc:docMk/>
            <pc:sldMk cId="0" sldId="266"/>
            <ac:spMk id="7" creationId="{00000000-0000-0000-0000-000000000000}"/>
          </ac:spMkLst>
        </pc:spChg>
        <pc:spChg chg="add mod">
          <ac:chgData name="Shreeya Bhatt" userId="539cf04406a4f32d" providerId="LiveId" clId="{95E0AD20-4E52-4CA6-9483-40BC4FC9BD10}" dt="2025-02-18T06:38:37.005" v="1587" actId="14100"/>
          <ac:spMkLst>
            <pc:docMk/>
            <pc:sldMk cId="0" sldId="266"/>
            <ac:spMk id="8" creationId="{F91B34F1-3FAB-3E35-AE0E-EB4C0BEF2B26}"/>
          </ac:spMkLst>
        </pc:spChg>
        <pc:spChg chg="add mod">
          <ac:chgData name="Shreeya Bhatt" userId="539cf04406a4f32d" providerId="LiveId" clId="{95E0AD20-4E52-4CA6-9483-40BC4FC9BD10}" dt="2025-02-17T17:15:16.607" v="1075" actId="208"/>
          <ac:spMkLst>
            <pc:docMk/>
            <pc:sldMk cId="0" sldId="266"/>
            <ac:spMk id="9" creationId="{958ABEA2-8C97-8EEF-BF08-913A90E95BE5}"/>
          </ac:spMkLst>
        </pc:spChg>
        <pc:picChg chg="add mod">
          <ac:chgData name="Shreeya Bhatt" userId="539cf04406a4f32d" providerId="LiveId" clId="{95E0AD20-4E52-4CA6-9483-40BC4FC9BD10}" dt="2025-02-12T06:43:39.009" v="1041"/>
          <ac:picMkLst>
            <pc:docMk/>
            <pc:sldMk cId="0" sldId="266"/>
            <ac:picMk id="13" creationId="{0D25F48D-3E61-B078-71A6-363647835423}"/>
          </ac:picMkLst>
        </pc:picChg>
        <pc:picChg chg="add mod">
          <ac:chgData name="Shreeya Bhatt" userId="539cf04406a4f32d" providerId="LiveId" clId="{95E0AD20-4E52-4CA6-9483-40BC4FC9BD10}" dt="2025-02-12T06:43:39.009" v="1041"/>
          <ac:picMkLst>
            <pc:docMk/>
            <pc:sldMk cId="0" sldId="266"/>
            <ac:picMk id="14" creationId="{21764425-C088-CA53-1E5A-3C58B8EFAA2E}"/>
          </ac:picMkLst>
        </pc:picChg>
      </pc:sldChg>
      <pc:sldChg chg="addSp modSp del">
        <pc:chgData name="Shreeya Bhatt" userId="539cf04406a4f32d" providerId="LiveId" clId="{95E0AD20-4E52-4CA6-9483-40BC4FC9BD10}" dt="2025-02-11T14:53:09.542" v="340" actId="2696"/>
        <pc:sldMkLst>
          <pc:docMk/>
          <pc:sldMk cId="0" sldId="267"/>
        </pc:sldMkLst>
      </pc:sldChg>
      <pc:sldChg chg="addSp delSp modSp mod modTransition modAnim">
        <pc:chgData name="Shreeya Bhatt" userId="539cf04406a4f32d" providerId="LiveId" clId="{95E0AD20-4E52-4CA6-9483-40BC4FC9BD10}" dt="2025-02-18T06:38:54.505" v="1589" actId="1076"/>
        <pc:sldMkLst>
          <pc:docMk/>
          <pc:sldMk cId="0" sldId="268"/>
        </pc:sldMkLst>
        <pc:spChg chg="mod">
          <ac:chgData name="Shreeya Bhatt" userId="539cf04406a4f32d" providerId="LiveId" clId="{95E0AD20-4E52-4CA6-9483-40BC4FC9BD10}" dt="2025-02-18T06:38:54.505" v="1589" actId="1076"/>
          <ac:spMkLst>
            <pc:docMk/>
            <pc:sldMk cId="0" sldId="268"/>
            <ac:spMk id="2" creationId="{00000000-0000-0000-0000-000000000000}"/>
          </ac:spMkLst>
        </pc:spChg>
        <pc:spChg chg="add mod">
          <ac:chgData name="Shreeya Bhatt" userId="539cf04406a4f32d" providerId="LiveId" clId="{95E0AD20-4E52-4CA6-9483-40BC4FC9BD10}" dt="2025-02-12T06:43:39.009" v="1041"/>
          <ac:spMkLst>
            <pc:docMk/>
            <pc:sldMk cId="0" sldId="268"/>
            <ac:spMk id="3" creationId="{1FE7BA97-B3C2-DD6A-BB7C-A7D0240662CD}"/>
          </ac:spMkLst>
        </pc:spChg>
        <pc:picChg chg="add mod">
          <ac:chgData name="Shreeya Bhatt" userId="539cf04406a4f32d" providerId="LiveId" clId="{95E0AD20-4E52-4CA6-9483-40BC4FC9BD10}" dt="2025-02-12T06:43:39.009" v="1041"/>
          <ac:picMkLst>
            <pc:docMk/>
            <pc:sldMk cId="0" sldId="268"/>
            <ac:picMk id="6" creationId="{CA306896-A2E4-C077-187B-F9B618F0B11E}"/>
          </ac:picMkLst>
        </pc:picChg>
        <pc:picChg chg="add mod">
          <ac:chgData name="Shreeya Bhatt" userId="539cf04406a4f32d" providerId="LiveId" clId="{95E0AD20-4E52-4CA6-9483-40BC4FC9BD10}" dt="2025-02-12T06:43:39.009" v="1041"/>
          <ac:picMkLst>
            <pc:docMk/>
            <pc:sldMk cId="0" sldId="268"/>
            <ac:picMk id="7" creationId="{D87F327B-21B6-819A-A013-5D9319512C90}"/>
          </ac:picMkLst>
        </pc:picChg>
      </pc:sldChg>
      <pc:sldChg chg="add del">
        <pc:chgData name="Shreeya Bhatt" userId="539cf04406a4f32d" providerId="LiveId" clId="{95E0AD20-4E52-4CA6-9483-40BC4FC9BD10}" dt="2025-02-11T17:01:23.544" v="672"/>
        <pc:sldMkLst>
          <pc:docMk/>
          <pc:sldMk cId="1411077560" sldId="269"/>
        </pc:sldMkLst>
      </pc:sldChg>
      <pc:sldChg chg="add del">
        <pc:chgData name="Shreeya Bhatt" userId="539cf04406a4f32d" providerId="LiveId" clId="{95E0AD20-4E52-4CA6-9483-40BC4FC9BD10}" dt="2025-02-11T17:00:46.860" v="663"/>
        <pc:sldMkLst>
          <pc:docMk/>
          <pc:sldMk cId="1892859152" sldId="269"/>
        </pc:sldMkLst>
      </pc:sldChg>
      <pc:sldChg chg="add del">
        <pc:chgData name="Shreeya Bhatt" userId="539cf04406a4f32d" providerId="LiveId" clId="{95E0AD20-4E52-4CA6-9483-40BC4FC9BD10}" dt="2025-02-11T16:56:20.734" v="607"/>
        <pc:sldMkLst>
          <pc:docMk/>
          <pc:sldMk cId="3564625599" sldId="269"/>
        </pc:sldMkLst>
      </pc:sldChg>
      <pc:sldChg chg="add del">
        <pc:chgData name="Shreeya Bhatt" userId="539cf04406a4f32d" providerId="LiveId" clId="{95E0AD20-4E52-4CA6-9483-40BC4FC9BD10}" dt="2025-02-10T20:24:39.430" v="30"/>
        <pc:sldMkLst>
          <pc:docMk/>
          <pc:sldMk cId="3643154371" sldId="269"/>
        </pc:sldMkLst>
      </pc:sldChg>
      <pc:sldMasterChg chg="modSldLayout">
        <pc:chgData name="Shreeya Bhatt" userId="539cf04406a4f32d" providerId="LiveId" clId="{95E0AD20-4E52-4CA6-9483-40BC4FC9BD10}" dt="2025-02-12T06:43:39.009" v="1041"/>
        <pc:sldMasterMkLst>
          <pc:docMk/>
          <pc:sldMasterMk cId="0" sldId="2147483648"/>
        </pc:sldMasterMkLst>
        <pc:sldLayoutChg chg="modSp">
          <pc:chgData name="Shreeya Bhatt" userId="539cf04406a4f32d" providerId="LiveId" clId="{95E0AD20-4E52-4CA6-9483-40BC4FC9BD10}" dt="2025-02-12T06:43:39.009" v="1041"/>
          <pc:sldLayoutMkLst>
            <pc:docMk/>
            <pc:sldMasterMk cId="0" sldId="2147483648"/>
            <pc:sldLayoutMk cId="0" sldId="2147483650"/>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1"/>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2"/>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3"/>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4"/>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5"/>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6"/>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7"/>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8"/>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59"/>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60"/>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61"/>
          </pc:sldLayoutMkLst>
        </pc:sldLayoutChg>
        <pc:sldLayoutChg chg="modSp">
          <pc:chgData name="Shreeya Bhatt" userId="539cf04406a4f32d" providerId="LiveId" clId="{95E0AD20-4E52-4CA6-9483-40BC4FC9BD10}" dt="2025-02-12T06:43:39.009" v="1041"/>
          <pc:sldLayoutMkLst>
            <pc:docMk/>
            <pc:sldMasterMk cId="0" sldId="2147483648"/>
            <pc:sldLayoutMk cId="0" sldId="2147483662"/>
          </pc:sldLayoutMkLst>
        </pc:sldLayoutChg>
      </pc:sldMasterChg>
      <pc:sldMasterChg chg="modSp modSldLayout">
        <pc:chgData name="Shreeya Bhatt" userId="539cf04406a4f32d" providerId="LiveId" clId="{95E0AD20-4E52-4CA6-9483-40BC4FC9BD10}" dt="2025-02-12T06:43:39.009" v="1041"/>
        <pc:sldMasterMkLst>
          <pc:docMk/>
          <pc:sldMasterMk cId="249888724" sldId="2147483663"/>
        </pc:sldMasterMkLst>
        <pc:sldLayoutChg chg="modSp">
          <pc:chgData name="Shreeya Bhatt" userId="539cf04406a4f32d" providerId="LiveId" clId="{95E0AD20-4E52-4CA6-9483-40BC4FC9BD10}" dt="2025-02-12T06:43:38.333" v="1040"/>
          <pc:sldLayoutMkLst>
            <pc:docMk/>
            <pc:sldMasterMk cId="249888724" sldId="2147483663"/>
            <pc:sldLayoutMk cId="794232071" sldId="2147483664"/>
          </pc:sldLayoutMkLst>
        </pc:sldLayoutChg>
        <pc:sldLayoutChg chg="modSp">
          <pc:chgData name="Shreeya Bhatt" userId="539cf04406a4f32d" providerId="LiveId" clId="{95E0AD20-4E52-4CA6-9483-40BC4FC9BD10}" dt="2025-02-12T06:43:38.333" v="1040"/>
          <pc:sldLayoutMkLst>
            <pc:docMk/>
            <pc:sldMasterMk cId="249888724" sldId="2147483663"/>
            <pc:sldLayoutMk cId="3465162985" sldId="2147483666"/>
          </pc:sldLayoutMkLst>
        </pc:sldLayoutChg>
        <pc:sldLayoutChg chg="modSp">
          <pc:chgData name="Shreeya Bhatt" userId="539cf04406a4f32d" providerId="LiveId" clId="{95E0AD20-4E52-4CA6-9483-40BC4FC9BD10}" dt="2025-02-12T06:43:38.333" v="1040"/>
          <pc:sldLayoutMkLst>
            <pc:docMk/>
            <pc:sldMasterMk cId="249888724" sldId="2147483663"/>
            <pc:sldLayoutMk cId="2081131563" sldId="2147483667"/>
          </pc:sldLayoutMkLst>
        </pc:sldLayoutChg>
        <pc:sldLayoutChg chg="modSp">
          <pc:chgData name="Shreeya Bhatt" userId="539cf04406a4f32d" providerId="LiveId" clId="{95E0AD20-4E52-4CA6-9483-40BC4FC9BD10}" dt="2025-02-12T06:43:38.333" v="1040"/>
          <pc:sldLayoutMkLst>
            <pc:docMk/>
            <pc:sldMasterMk cId="249888724" sldId="2147483663"/>
            <pc:sldLayoutMk cId="775748658" sldId="2147483668"/>
          </pc:sldLayoutMkLst>
        </pc:sldLayoutChg>
        <pc:sldLayoutChg chg="modSp">
          <pc:chgData name="Shreeya Bhatt" userId="539cf04406a4f32d" providerId="LiveId" clId="{95E0AD20-4E52-4CA6-9483-40BC4FC9BD10}" dt="2025-02-12T06:43:38.333" v="1040"/>
          <pc:sldLayoutMkLst>
            <pc:docMk/>
            <pc:sldMasterMk cId="249888724" sldId="2147483663"/>
            <pc:sldLayoutMk cId="1228048066" sldId="2147483671"/>
          </pc:sldLayoutMkLst>
        </pc:sldLayoutChg>
        <pc:sldLayoutChg chg="modSp">
          <pc:chgData name="Shreeya Bhatt" userId="539cf04406a4f32d" providerId="LiveId" clId="{95E0AD20-4E52-4CA6-9483-40BC4FC9BD10}" dt="2025-02-12T06:43:38.333" v="1040"/>
          <pc:sldLayoutMkLst>
            <pc:docMk/>
            <pc:sldMasterMk cId="249888724" sldId="2147483663"/>
            <pc:sldLayoutMk cId="1048276220" sldId="2147483672"/>
          </pc:sldLayoutMkLst>
        </pc:sldLayoutChg>
        <pc:sldLayoutChg chg="modSp">
          <pc:chgData name="Shreeya Bhatt" userId="539cf04406a4f32d" providerId="LiveId" clId="{95E0AD20-4E52-4CA6-9483-40BC4FC9BD10}" dt="2025-02-12T06:43:38.333" v="1040"/>
          <pc:sldLayoutMkLst>
            <pc:docMk/>
            <pc:sldMasterMk cId="249888724" sldId="2147483663"/>
            <pc:sldLayoutMk cId="1253656516" sldId="2147483674"/>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4133651984" sldId="2147483675"/>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2290881408" sldId="2147483676"/>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3291767498" sldId="2147483677"/>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1661743064" sldId="2147483678"/>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1763891529" sldId="2147483679"/>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634232282" sldId="2147483680"/>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977820745" sldId="2147483681"/>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210717492" sldId="2147483682"/>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3895218155" sldId="2147483683"/>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700172558" sldId="2147483684"/>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1062326354" sldId="2147483685"/>
          </pc:sldLayoutMkLst>
        </pc:sldLayoutChg>
        <pc:sldLayoutChg chg="addSp delSp">
          <pc:chgData name="Shreeya Bhatt" userId="539cf04406a4f32d" providerId="LiveId" clId="{95E0AD20-4E52-4CA6-9483-40BC4FC9BD10}" dt="2025-02-12T06:43:39.009" v="1041"/>
          <pc:sldLayoutMkLst>
            <pc:docMk/>
            <pc:sldMasterMk cId="249888724" sldId="2147483663"/>
            <pc:sldLayoutMk cId="1033901405" sldId="2147483686"/>
          </pc:sldLayoutMkLst>
        </pc:sldLayoutChg>
      </pc:sldMasterChg>
      <pc:sldMasterChg chg="modSldLayout">
        <pc:chgData name="Shreeya Bhatt" userId="539cf04406a4f32d" providerId="LiveId" clId="{95E0AD20-4E52-4CA6-9483-40BC4FC9BD10}" dt="2025-02-17T17:13:07.112" v="1061"/>
        <pc:sldMasterMkLst>
          <pc:docMk/>
          <pc:sldMasterMk cId="1685714023" sldId="2147483663"/>
        </pc:sldMasterMkLst>
        <pc:sldLayoutChg chg="delSp">
          <pc:chgData name="Shreeya Bhatt" userId="539cf04406a4f32d" providerId="LiveId" clId="{95E0AD20-4E52-4CA6-9483-40BC4FC9BD10}" dt="2025-02-17T17:13:07.112" v="1061"/>
          <pc:sldLayoutMkLst>
            <pc:docMk/>
            <pc:sldMasterMk cId="1685714023" sldId="2147483663"/>
            <pc:sldLayoutMk cId="519503952" sldId="2147483675"/>
          </pc:sldLayoutMkLst>
        </pc:sldLayoutChg>
        <pc:sldLayoutChg chg="delSp">
          <pc:chgData name="Shreeya Bhatt" userId="539cf04406a4f32d" providerId="LiveId" clId="{95E0AD20-4E52-4CA6-9483-40BC4FC9BD10}" dt="2025-02-17T17:13:07.112" v="1061"/>
          <pc:sldLayoutMkLst>
            <pc:docMk/>
            <pc:sldMasterMk cId="1685714023" sldId="2147483663"/>
            <pc:sldLayoutMk cId="3423264638" sldId="2147483676"/>
          </pc:sldLayoutMkLst>
        </pc:sldLayoutChg>
        <pc:sldLayoutChg chg="delSp">
          <pc:chgData name="Shreeya Bhatt" userId="539cf04406a4f32d" providerId="LiveId" clId="{95E0AD20-4E52-4CA6-9483-40BC4FC9BD10}" dt="2025-02-17T17:13:07.112" v="1061"/>
          <pc:sldLayoutMkLst>
            <pc:docMk/>
            <pc:sldMasterMk cId="1685714023" sldId="2147483663"/>
            <pc:sldLayoutMk cId="486750821" sldId="2147483677"/>
          </pc:sldLayoutMkLst>
        </pc:sldLayoutChg>
        <pc:sldLayoutChg chg="delSp">
          <pc:chgData name="Shreeya Bhatt" userId="539cf04406a4f32d" providerId="LiveId" clId="{95E0AD20-4E52-4CA6-9483-40BC4FC9BD10}" dt="2025-02-17T17:13:07.112" v="1061"/>
          <pc:sldLayoutMkLst>
            <pc:docMk/>
            <pc:sldMasterMk cId="1685714023" sldId="2147483663"/>
            <pc:sldLayoutMk cId="3029288486" sldId="2147483678"/>
          </pc:sldLayoutMkLst>
        </pc:sldLayoutChg>
        <pc:sldLayoutChg chg="delSp">
          <pc:chgData name="Shreeya Bhatt" userId="539cf04406a4f32d" providerId="LiveId" clId="{95E0AD20-4E52-4CA6-9483-40BC4FC9BD10}" dt="2025-02-17T17:13:07.112" v="1061"/>
          <pc:sldLayoutMkLst>
            <pc:docMk/>
            <pc:sldMasterMk cId="1685714023" sldId="2147483663"/>
            <pc:sldLayoutMk cId="2860029647" sldId="2147483679"/>
          </pc:sldLayoutMkLst>
        </pc:sldLayoutChg>
        <pc:sldLayoutChg chg="delSp">
          <pc:chgData name="Shreeya Bhatt" userId="539cf04406a4f32d" providerId="LiveId" clId="{95E0AD20-4E52-4CA6-9483-40BC4FC9BD10}" dt="2025-02-17T17:13:07.112" v="1061"/>
          <pc:sldLayoutMkLst>
            <pc:docMk/>
            <pc:sldMasterMk cId="1685714023" sldId="2147483663"/>
            <pc:sldLayoutMk cId="3639514971" sldId="2147483680"/>
          </pc:sldLayoutMkLst>
        </pc:sldLayoutChg>
        <pc:sldLayoutChg chg="delSp">
          <pc:chgData name="Shreeya Bhatt" userId="539cf04406a4f32d" providerId="LiveId" clId="{95E0AD20-4E52-4CA6-9483-40BC4FC9BD10}" dt="2025-02-17T17:13:07.112" v="1061"/>
          <pc:sldLayoutMkLst>
            <pc:docMk/>
            <pc:sldMasterMk cId="1685714023" sldId="2147483663"/>
            <pc:sldLayoutMk cId="1079199126" sldId="2147483681"/>
          </pc:sldLayoutMkLst>
        </pc:sldLayoutChg>
        <pc:sldLayoutChg chg="delSp">
          <pc:chgData name="Shreeya Bhatt" userId="539cf04406a4f32d" providerId="LiveId" clId="{95E0AD20-4E52-4CA6-9483-40BC4FC9BD10}" dt="2025-02-17T17:13:07.112" v="1061"/>
          <pc:sldLayoutMkLst>
            <pc:docMk/>
            <pc:sldMasterMk cId="1685714023" sldId="2147483663"/>
            <pc:sldLayoutMk cId="856389580" sldId="2147483682"/>
          </pc:sldLayoutMkLst>
        </pc:sldLayoutChg>
        <pc:sldLayoutChg chg="delSp">
          <pc:chgData name="Shreeya Bhatt" userId="539cf04406a4f32d" providerId="LiveId" clId="{95E0AD20-4E52-4CA6-9483-40BC4FC9BD10}" dt="2025-02-17T17:13:07.112" v="1061"/>
          <pc:sldLayoutMkLst>
            <pc:docMk/>
            <pc:sldMasterMk cId="1685714023" sldId="2147483663"/>
            <pc:sldLayoutMk cId="660238299" sldId="2147483683"/>
          </pc:sldLayoutMkLst>
        </pc:sldLayoutChg>
        <pc:sldLayoutChg chg="delSp">
          <pc:chgData name="Shreeya Bhatt" userId="539cf04406a4f32d" providerId="LiveId" clId="{95E0AD20-4E52-4CA6-9483-40BC4FC9BD10}" dt="2025-02-17T17:13:07.112" v="1061"/>
          <pc:sldLayoutMkLst>
            <pc:docMk/>
            <pc:sldMasterMk cId="1685714023" sldId="2147483663"/>
            <pc:sldLayoutMk cId="3074881227" sldId="2147483684"/>
          </pc:sldLayoutMkLst>
        </pc:sldLayoutChg>
        <pc:sldLayoutChg chg="delSp">
          <pc:chgData name="Shreeya Bhatt" userId="539cf04406a4f32d" providerId="LiveId" clId="{95E0AD20-4E52-4CA6-9483-40BC4FC9BD10}" dt="2025-02-17T17:13:07.112" v="1061"/>
          <pc:sldLayoutMkLst>
            <pc:docMk/>
            <pc:sldMasterMk cId="1685714023" sldId="2147483663"/>
            <pc:sldLayoutMk cId="915010879" sldId="2147483685"/>
          </pc:sldLayoutMkLst>
        </pc:sldLayoutChg>
        <pc:sldLayoutChg chg="delSp">
          <pc:chgData name="Shreeya Bhatt" userId="539cf04406a4f32d" providerId="LiveId" clId="{95E0AD20-4E52-4CA6-9483-40BC4FC9BD10}" dt="2025-02-17T17:13:07.112" v="1061"/>
          <pc:sldLayoutMkLst>
            <pc:docMk/>
            <pc:sldMasterMk cId="1685714023" sldId="2147483663"/>
            <pc:sldLayoutMk cId="286035226" sldId="2147483686"/>
          </pc:sldLayoutMkLst>
        </pc:sldLayoutChg>
      </pc:sldMasterChg>
      <pc:sldMasterChg chg="modSp modSldLayout">
        <pc:chgData name="Shreeya Bhatt" userId="539cf04406a4f32d" providerId="LiveId" clId="{95E0AD20-4E52-4CA6-9483-40BC4FC9BD10}" dt="2025-02-12T06:43:37.924" v="1039"/>
        <pc:sldMasterMkLst>
          <pc:docMk/>
          <pc:sldMasterMk cId="3758354542" sldId="2147483687"/>
        </pc:sldMasterMkLst>
        <pc:sldLayoutChg chg="modSp">
          <pc:chgData name="Shreeya Bhatt" userId="539cf04406a4f32d" providerId="LiveId" clId="{95E0AD20-4E52-4CA6-9483-40BC4FC9BD10}" dt="2025-02-12T06:43:37.924" v="1039"/>
          <pc:sldLayoutMkLst>
            <pc:docMk/>
            <pc:sldMasterMk cId="3758354542" sldId="2147483687"/>
            <pc:sldLayoutMk cId="4187115340" sldId="2147483688"/>
          </pc:sldLayoutMkLst>
        </pc:sldLayoutChg>
        <pc:sldLayoutChg chg="modSp">
          <pc:chgData name="Shreeya Bhatt" userId="539cf04406a4f32d" providerId="LiveId" clId="{95E0AD20-4E52-4CA6-9483-40BC4FC9BD10}" dt="2025-02-12T06:43:37.924" v="1039"/>
          <pc:sldLayoutMkLst>
            <pc:docMk/>
            <pc:sldMasterMk cId="3758354542" sldId="2147483687"/>
            <pc:sldLayoutMk cId="3199387261" sldId="2147483690"/>
          </pc:sldLayoutMkLst>
        </pc:sldLayoutChg>
        <pc:sldLayoutChg chg="modSp">
          <pc:chgData name="Shreeya Bhatt" userId="539cf04406a4f32d" providerId="LiveId" clId="{95E0AD20-4E52-4CA6-9483-40BC4FC9BD10}" dt="2025-02-12T06:43:37.924" v="1039"/>
          <pc:sldLayoutMkLst>
            <pc:docMk/>
            <pc:sldMasterMk cId="3758354542" sldId="2147483687"/>
            <pc:sldLayoutMk cId="3260952969" sldId="2147483691"/>
          </pc:sldLayoutMkLst>
        </pc:sldLayoutChg>
        <pc:sldLayoutChg chg="modSp">
          <pc:chgData name="Shreeya Bhatt" userId="539cf04406a4f32d" providerId="LiveId" clId="{95E0AD20-4E52-4CA6-9483-40BC4FC9BD10}" dt="2025-02-12T06:43:37.924" v="1039"/>
          <pc:sldLayoutMkLst>
            <pc:docMk/>
            <pc:sldMasterMk cId="3758354542" sldId="2147483687"/>
            <pc:sldLayoutMk cId="1472341125" sldId="2147483692"/>
          </pc:sldLayoutMkLst>
        </pc:sldLayoutChg>
        <pc:sldLayoutChg chg="modSp">
          <pc:chgData name="Shreeya Bhatt" userId="539cf04406a4f32d" providerId="LiveId" clId="{95E0AD20-4E52-4CA6-9483-40BC4FC9BD10}" dt="2025-02-12T06:43:37.924" v="1039"/>
          <pc:sldLayoutMkLst>
            <pc:docMk/>
            <pc:sldMasterMk cId="3758354542" sldId="2147483687"/>
            <pc:sldLayoutMk cId="342337381" sldId="2147483695"/>
          </pc:sldLayoutMkLst>
        </pc:sldLayoutChg>
        <pc:sldLayoutChg chg="modSp">
          <pc:chgData name="Shreeya Bhatt" userId="539cf04406a4f32d" providerId="LiveId" clId="{95E0AD20-4E52-4CA6-9483-40BC4FC9BD10}" dt="2025-02-12T06:43:37.924" v="1039"/>
          <pc:sldLayoutMkLst>
            <pc:docMk/>
            <pc:sldMasterMk cId="3758354542" sldId="2147483687"/>
            <pc:sldLayoutMk cId="3640629911" sldId="2147483696"/>
          </pc:sldLayoutMkLst>
        </pc:sldLayoutChg>
        <pc:sldLayoutChg chg="modSp">
          <pc:chgData name="Shreeya Bhatt" userId="539cf04406a4f32d" providerId="LiveId" clId="{95E0AD20-4E52-4CA6-9483-40BC4FC9BD10}" dt="2025-02-12T06:43:37.924" v="1039"/>
          <pc:sldLayoutMkLst>
            <pc:docMk/>
            <pc:sldMasterMk cId="3758354542" sldId="2147483687"/>
            <pc:sldLayoutMk cId="1578173362" sldId="2147483698"/>
          </pc:sldLayoutMkLst>
        </pc:sldLayoutChg>
      </pc:sldMasterChg>
      <pc:sldMasterChg chg="modSp modSldLayout">
        <pc:chgData name="Shreeya Bhatt" userId="539cf04406a4f32d" providerId="LiveId" clId="{95E0AD20-4E52-4CA6-9483-40BC4FC9BD10}" dt="2025-02-12T06:43:36.452" v="1038"/>
        <pc:sldMasterMkLst>
          <pc:docMk/>
          <pc:sldMasterMk cId="3664990845" sldId="2147483711"/>
        </pc:sldMasterMkLst>
        <pc:sldLayoutChg chg="modSp">
          <pc:chgData name="Shreeya Bhatt" userId="539cf04406a4f32d" providerId="LiveId" clId="{95E0AD20-4E52-4CA6-9483-40BC4FC9BD10}" dt="2025-02-12T06:43:36.452" v="1038"/>
          <pc:sldLayoutMkLst>
            <pc:docMk/>
            <pc:sldMasterMk cId="3664990845" sldId="2147483711"/>
            <pc:sldLayoutMk cId="4052464628" sldId="2147483712"/>
          </pc:sldLayoutMkLst>
        </pc:sldLayoutChg>
        <pc:sldLayoutChg chg="modSp">
          <pc:chgData name="Shreeya Bhatt" userId="539cf04406a4f32d" providerId="LiveId" clId="{95E0AD20-4E52-4CA6-9483-40BC4FC9BD10}" dt="2025-02-12T06:43:36.452" v="1038"/>
          <pc:sldLayoutMkLst>
            <pc:docMk/>
            <pc:sldMasterMk cId="3664990845" sldId="2147483711"/>
            <pc:sldLayoutMk cId="4276938530" sldId="2147483714"/>
          </pc:sldLayoutMkLst>
        </pc:sldLayoutChg>
        <pc:sldLayoutChg chg="modSp">
          <pc:chgData name="Shreeya Bhatt" userId="539cf04406a4f32d" providerId="LiveId" clId="{95E0AD20-4E52-4CA6-9483-40BC4FC9BD10}" dt="2025-02-12T06:43:36.452" v="1038"/>
          <pc:sldLayoutMkLst>
            <pc:docMk/>
            <pc:sldMasterMk cId="3664990845" sldId="2147483711"/>
            <pc:sldLayoutMk cId="4292556118" sldId="2147483715"/>
          </pc:sldLayoutMkLst>
        </pc:sldLayoutChg>
        <pc:sldLayoutChg chg="modSp">
          <pc:chgData name="Shreeya Bhatt" userId="539cf04406a4f32d" providerId="LiveId" clId="{95E0AD20-4E52-4CA6-9483-40BC4FC9BD10}" dt="2025-02-12T06:43:36.452" v="1038"/>
          <pc:sldLayoutMkLst>
            <pc:docMk/>
            <pc:sldMasterMk cId="3664990845" sldId="2147483711"/>
            <pc:sldLayoutMk cId="4112975876" sldId="2147483716"/>
          </pc:sldLayoutMkLst>
        </pc:sldLayoutChg>
        <pc:sldLayoutChg chg="modSp">
          <pc:chgData name="Shreeya Bhatt" userId="539cf04406a4f32d" providerId="LiveId" clId="{95E0AD20-4E52-4CA6-9483-40BC4FC9BD10}" dt="2025-02-12T06:43:36.452" v="1038"/>
          <pc:sldLayoutMkLst>
            <pc:docMk/>
            <pc:sldMasterMk cId="3664990845" sldId="2147483711"/>
            <pc:sldLayoutMk cId="3895437596" sldId="2147483719"/>
          </pc:sldLayoutMkLst>
        </pc:sldLayoutChg>
        <pc:sldLayoutChg chg="modSp">
          <pc:chgData name="Shreeya Bhatt" userId="539cf04406a4f32d" providerId="LiveId" clId="{95E0AD20-4E52-4CA6-9483-40BC4FC9BD10}" dt="2025-02-12T06:43:36.452" v="1038"/>
          <pc:sldLayoutMkLst>
            <pc:docMk/>
            <pc:sldMasterMk cId="3664990845" sldId="2147483711"/>
            <pc:sldLayoutMk cId="3037099389" sldId="2147483720"/>
          </pc:sldLayoutMkLst>
        </pc:sldLayoutChg>
        <pc:sldLayoutChg chg="modSp">
          <pc:chgData name="Shreeya Bhatt" userId="539cf04406a4f32d" providerId="LiveId" clId="{95E0AD20-4E52-4CA6-9483-40BC4FC9BD10}" dt="2025-02-12T06:43:36.452" v="1038"/>
          <pc:sldLayoutMkLst>
            <pc:docMk/>
            <pc:sldMasterMk cId="3664990845" sldId="2147483711"/>
            <pc:sldLayoutMk cId="3782394098" sldId="214748372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9239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Segoe UI" panose="020B0502040204020203" pitchFamily="34" charset="0"/>
              </a:rPr>
              <a:t>CRUD : Create, Read, Update, and Delete </a:t>
            </a:r>
            <a:endParaRPr lang="en-US" sz="180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3AD39-4278-A6B5-972E-A279CF0D2B33}"/>
              </a:ext>
            </a:extLst>
          </p:cNvPr>
          <p:cNvSpPr>
            <a:spLocks noGrp="1"/>
          </p:cNvSpPr>
          <p:nvPr>
            <p:ph type="ctrTitle"/>
          </p:nvPr>
        </p:nvSpPr>
        <p:spPr>
          <a:xfrm>
            <a:off x="1828800" y="1346836"/>
            <a:ext cx="10972800" cy="2865120"/>
          </a:xfrm>
        </p:spPr>
        <p:txBody>
          <a:bodyPr anchor="b"/>
          <a:lstStyle>
            <a:lvl1pPr algn="ctr">
              <a:defRPr sz="7200"/>
            </a:lvl1pPr>
          </a:lstStyle>
          <a:p>
            <a:r>
              <a:rPr lang="en-GB"/>
              <a:t>Click to edit Master title style</a:t>
            </a:r>
            <a:endParaRPr lang="en-US"/>
          </a:p>
        </p:txBody>
      </p:sp>
      <p:sp>
        <p:nvSpPr>
          <p:cNvPr id="3" name="Subtitle 2">
            <a:extLst>
              <a:ext uri="{FF2B5EF4-FFF2-40B4-BE49-F238E27FC236}">
                <a16:creationId xmlns:a16="http://schemas.microsoft.com/office/drawing/2014/main" id="{DEA24370-BBE7-DCF3-79A2-478F2EC1A25B}"/>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0C3887A-46C9-79B8-36E6-25784A53329D}"/>
              </a:ext>
            </a:extLst>
          </p:cNvPr>
          <p:cNvSpPr>
            <a:spLocks noGrp="1"/>
          </p:cNvSpPr>
          <p:nvPr>
            <p:ph type="dt" sz="half" idx="10"/>
          </p:nvPr>
        </p:nvSpPr>
        <p:spPr/>
        <p:txBody>
          <a:bodyPr/>
          <a:lstStyle/>
          <a:p>
            <a:fld id="{6AD6EE87-EBD5-4F12-A48A-63ACA297AC8F}" type="datetimeFigureOut">
              <a:rPr lang="en-US" smtClean="0"/>
              <a:t>2/21/2025</a:t>
            </a:fld>
            <a:endParaRPr lang="en-US" dirty="0"/>
          </a:p>
        </p:txBody>
      </p:sp>
      <p:sp>
        <p:nvSpPr>
          <p:cNvPr id="5" name="Footer Placeholder 4">
            <a:extLst>
              <a:ext uri="{FF2B5EF4-FFF2-40B4-BE49-F238E27FC236}">
                <a16:creationId xmlns:a16="http://schemas.microsoft.com/office/drawing/2014/main" id="{523AF771-51FB-3FBF-4A0A-0ECCC3D1D2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1DD96D-9786-D7A6-EF11-D4882BFD4E20}"/>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813164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C00A-2A1B-6822-D0ED-59F3BD55A6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A0B3B3F-3B9A-4CCB-9C5C-4C150AD348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E11132E-9BF6-DFD4-6FF3-BC64397FFA7F}"/>
              </a:ext>
            </a:extLst>
          </p:cNvPr>
          <p:cNvSpPr>
            <a:spLocks noGrp="1"/>
          </p:cNvSpPr>
          <p:nvPr>
            <p:ph type="dt" sz="half" idx="10"/>
          </p:nvPr>
        </p:nvSpPr>
        <p:spPr/>
        <p:txBody>
          <a:bodyPr/>
          <a:lstStyle/>
          <a:p>
            <a:fld id="{A5D3794B-289A-4A80-97D7-111025398D45}" type="datetimeFigureOut">
              <a:rPr lang="en-US" smtClean="0"/>
              <a:t>2/21/2025</a:t>
            </a:fld>
            <a:endParaRPr lang="en-US" dirty="0"/>
          </a:p>
        </p:txBody>
      </p:sp>
      <p:sp>
        <p:nvSpPr>
          <p:cNvPr id="5" name="Footer Placeholder 4">
            <a:extLst>
              <a:ext uri="{FF2B5EF4-FFF2-40B4-BE49-F238E27FC236}">
                <a16:creationId xmlns:a16="http://schemas.microsoft.com/office/drawing/2014/main" id="{1A1497F8-AC4A-33A0-455E-EB88EBBFF5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FB0C239-1ABA-9956-2F41-38DA9EE5DBEF}"/>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382538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26D89-C1AE-468D-6900-99406AFE2B13}"/>
              </a:ext>
            </a:extLst>
          </p:cNvPr>
          <p:cNvSpPr>
            <a:spLocks noGrp="1"/>
          </p:cNvSpPr>
          <p:nvPr>
            <p:ph type="title"/>
          </p:nvPr>
        </p:nvSpPr>
        <p:spPr>
          <a:xfrm>
            <a:off x="998220" y="2051686"/>
            <a:ext cx="12618720" cy="3423284"/>
          </a:xfrm>
        </p:spPr>
        <p:txBody>
          <a:bodyPr anchor="b"/>
          <a:lstStyle>
            <a:lvl1pPr>
              <a:defRPr sz="72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9E429AB-81B6-659B-F8ED-BA2C888408A3}"/>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4747648-1D63-01BC-5DB3-2A58797AC139}"/>
              </a:ext>
            </a:extLst>
          </p:cNvPr>
          <p:cNvSpPr>
            <a:spLocks noGrp="1"/>
          </p:cNvSpPr>
          <p:nvPr>
            <p:ph type="dt" sz="half" idx="10"/>
          </p:nvPr>
        </p:nvSpPr>
        <p:spPr/>
        <p:txBody>
          <a:bodyPr/>
          <a:lstStyle/>
          <a:p>
            <a:fld id="{5A61015F-7CC6-4D0A-9D87-873EA4C304CC}" type="datetimeFigureOut">
              <a:rPr lang="en-US" smtClean="0"/>
              <a:t>2/21/2025</a:t>
            </a:fld>
            <a:endParaRPr lang="en-US" dirty="0"/>
          </a:p>
        </p:txBody>
      </p:sp>
      <p:sp>
        <p:nvSpPr>
          <p:cNvPr id="5" name="Footer Placeholder 4">
            <a:extLst>
              <a:ext uri="{FF2B5EF4-FFF2-40B4-BE49-F238E27FC236}">
                <a16:creationId xmlns:a16="http://schemas.microsoft.com/office/drawing/2014/main" id="{74EC6B70-A142-934C-D88F-87D6799618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75FD6C-F74A-F29A-F2B6-BC7FF992FC9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1055380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0C56-1697-CD93-7F4B-D0D405613D6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5B62982-076E-52F8-A9D0-488E784A9007}"/>
              </a:ext>
            </a:extLst>
          </p:cNvPr>
          <p:cNvSpPr>
            <a:spLocks noGrp="1"/>
          </p:cNvSpPr>
          <p:nvPr>
            <p:ph sz="half" idx="1"/>
          </p:nvPr>
        </p:nvSpPr>
        <p:spPr>
          <a:xfrm>
            <a:off x="1005840" y="2190750"/>
            <a:ext cx="6217920" cy="52216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6A20F03-DA7B-BC51-7D90-C9416AD7279C}"/>
              </a:ext>
            </a:extLst>
          </p:cNvPr>
          <p:cNvSpPr>
            <a:spLocks noGrp="1"/>
          </p:cNvSpPr>
          <p:nvPr>
            <p:ph sz="half" idx="2"/>
          </p:nvPr>
        </p:nvSpPr>
        <p:spPr>
          <a:xfrm>
            <a:off x="7406640" y="2190750"/>
            <a:ext cx="6217920" cy="52216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E6903F0-89B8-BEE4-A420-523FB6E10A7B}"/>
              </a:ext>
            </a:extLst>
          </p:cNvPr>
          <p:cNvSpPr>
            <a:spLocks noGrp="1"/>
          </p:cNvSpPr>
          <p:nvPr>
            <p:ph type="dt" sz="half" idx="10"/>
          </p:nvPr>
        </p:nvSpPr>
        <p:spPr/>
        <p:txBody>
          <a:bodyPr/>
          <a:lstStyle/>
          <a:p>
            <a:fld id="{93C6A301-0538-44EC-B09D-202E1042A48B}" type="datetimeFigureOut">
              <a:rPr lang="en-US" smtClean="0"/>
              <a:t>2/21/2025</a:t>
            </a:fld>
            <a:endParaRPr lang="en-US" dirty="0"/>
          </a:p>
        </p:txBody>
      </p:sp>
      <p:sp>
        <p:nvSpPr>
          <p:cNvPr id="6" name="Footer Placeholder 5">
            <a:extLst>
              <a:ext uri="{FF2B5EF4-FFF2-40B4-BE49-F238E27FC236}">
                <a16:creationId xmlns:a16="http://schemas.microsoft.com/office/drawing/2014/main" id="{780FE6DE-259B-157C-29E4-16B1322FB8D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DD80D79-C35B-5EF8-764F-F2874A6E412E}"/>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078505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FBD0-F92C-BFDB-B407-86CEFFCB3EFD}"/>
              </a:ext>
            </a:extLst>
          </p:cNvPr>
          <p:cNvSpPr>
            <a:spLocks noGrp="1"/>
          </p:cNvSpPr>
          <p:nvPr>
            <p:ph type="title"/>
          </p:nvPr>
        </p:nvSpPr>
        <p:spPr>
          <a:xfrm>
            <a:off x="1007746" y="438150"/>
            <a:ext cx="12618720" cy="1590676"/>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A03D82C-96CE-354D-9564-4E73FE5AF0FE}"/>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GB"/>
              <a:t>Click to edit Master text styles</a:t>
            </a:r>
          </a:p>
        </p:txBody>
      </p:sp>
      <p:sp>
        <p:nvSpPr>
          <p:cNvPr id="4" name="Content Placeholder 3">
            <a:extLst>
              <a:ext uri="{FF2B5EF4-FFF2-40B4-BE49-F238E27FC236}">
                <a16:creationId xmlns:a16="http://schemas.microsoft.com/office/drawing/2014/main" id="{7682B64C-A78D-5140-F27F-7FFFF40B5267}"/>
              </a:ext>
            </a:extLst>
          </p:cNvPr>
          <p:cNvSpPr>
            <a:spLocks noGrp="1"/>
          </p:cNvSpPr>
          <p:nvPr>
            <p:ph sz="half" idx="2"/>
          </p:nvPr>
        </p:nvSpPr>
        <p:spPr>
          <a:xfrm>
            <a:off x="1007746" y="3006090"/>
            <a:ext cx="6189344" cy="44215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62C8E0C-B219-236D-4165-85DF4ED9762B}"/>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GB"/>
              <a:t>Click to edit Master text styles</a:t>
            </a:r>
          </a:p>
        </p:txBody>
      </p:sp>
      <p:sp>
        <p:nvSpPr>
          <p:cNvPr id="6" name="Content Placeholder 5">
            <a:extLst>
              <a:ext uri="{FF2B5EF4-FFF2-40B4-BE49-F238E27FC236}">
                <a16:creationId xmlns:a16="http://schemas.microsoft.com/office/drawing/2014/main" id="{D5190522-4DBC-6F48-48D2-A28563E614A5}"/>
              </a:ext>
            </a:extLst>
          </p:cNvPr>
          <p:cNvSpPr>
            <a:spLocks noGrp="1"/>
          </p:cNvSpPr>
          <p:nvPr>
            <p:ph sz="quarter" idx="4"/>
          </p:nvPr>
        </p:nvSpPr>
        <p:spPr>
          <a:xfrm>
            <a:off x="7406640" y="3006090"/>
            <a:ext cx="6219826" cy="44215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D76025-CFBC-5454-4C4B-AF8F81DA8343}"/>
              </a:ext>
            </a:extLst>
          </p:cNvPr>
          <p:cNvSpPr>
            <a:spLocks noGrp="1"/>
          </p:cNvSpPr>
          <p:nvPr>
            <p:ph type="dt" sz="half" idx="10"/>
          </p:nvPr>
        </p:nvSpPr>
        <p:spPr/>
        <p:txBody>
          <a:bodyPr/>
          <a:lstStyle/>
          <a:p>
            <a:fld id="{D789574A-8875-45EF-8EA2-3CAA0F7ABC4C}" type="datetimeFigureOut">
              <a:rPr lang="en-US" smtClean="0"/>
              <a:t>2/21/2025</a:t>
            </a:fld>
            <a:endParaRPr lang="en-US" dirty="0"/>
          </a:p>
        </p:txBody>
      </p:sp>
      <p:sp>
        <p:nvSpPr>
          <p:cNvPr id="8" name="Footer Placeholder 7">
            <a:extLst>
              <a:ext uri="{FF2B5EF4-FFF2-40B4-BE49-F238E27FC236}">
                <a16:creationId xmlns:a16="http://schemas.microsoft.com/office/drawing/2014/main" id="{9CBB6024-C4EF-C65A-7A6F-D7E379E45A8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B7D0B1C-86FB-BC94-A82B-8005CC4F9410}"/>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587863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FDD1-5607-E3BB-2D66-A3EFB4A0F0F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4E0183C-33AD-A4BC-098E-951DBE08520F}"/>
              </a:ext>
            </a:extLst>
          </p:cNvPr>
          <p:cNvSpPr>
            <a:spLocks noGrp="1"/>
          </p:cNvSpPr>
          <p:nvPr>
            <p:ph type="dt" sz="half" idx="10"/>
          </p:nvPr>
        </p:nvSpPr>
        <p:spPr/>
        <p:txBody>
          <a:bodyPr/>
          <a:lstStyle/>
          <a:p>
            <a:fld id="{67EF4D4C-5367-4C26-9E2B-D8088D7FCA81}" type="datetimeFigureOut">
              <a:rPr lang="en-US" smtClean="0"/>
              <a:t>2/21/2025</a:t>
            </a:fld>
            <a:endParaRPr lang="en-US" dirty="0"/>
          </a:p>
        </p:txBody>
      </p:sp>
      <p:sp>
        <p:nvSpPr>
          <p:cNvPr id="4" name="Footer Placeholder 3">
            <a:extLst>
              <a:ext uri="{FF2B5EF4-FFF2-40B4-BE49-F238E27FC236}">
                <a16:creationId xmlns:a16="http://schemas.microsoft.com/office/drawing/2014/main" id="{39DF3BC4-FBBC-D87A-8C0C-2242EE310E2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6FC3376-D557-63B1-E5DC-F7F0754D9787}"/>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4699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FB4890-0A05-B220-563F-C54376839396}"/>
              </a:ext>
            </a:extLst>
          </p:cNvPr>
          <p:cNvSpPr>
            <a:spLocks noGrp="1"/>
          </p:cNvSpPr>
          <p:nvPr>
            <p:ph type="dt" sz="half" idx="10"/>
          </p:nvPr>
        </p:nvSpPr>
        <p:spPr/>
        <p:txBody>
          <a:bodyPr/>
          <a:lstStyle/>
          <a:p>
            <a:fld id="{56E91E96-98B0-4413-9547-46F3504108EF}" type="datetimeFigureOut">
              <a:rPr lang="en-US" smtClean="0"/>
              <a:t>2/21/2025</a:t>
            </a:fld>
            <a:endParaRPr lang="en-US" dirty="0"/>
          </a:p>
        </p:txBody>
      </p:sp>
      <p:sp>
        <p:nvSpPr>
          <p:cNvPr id="3" name="Footer Placeholder 2">
            <a:extLst>
              <a:ext uri="{FF2B5EF4-FFF2-40B4-BE49-F238E27FC236}">
                <a16:creationId xmlns:a16="http://schemas.microsoft.com/office/drawing/2014/main" id="{CADE4FF3-5D9C-4163-5EC6-F629BEDFF1B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A3D9F9-8077-94AF-9B28-3CE1999C41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328484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376B5-2213-FC3D-C786-FAC61E2C13E0}"/>
              </a:ext>
            </a:extLst>
          </p:cNvPr>
          <p:cNvSpPr>
            <a:spLocks noGrp="1"/>
          </p:cNvSpPr>
          <p:nvPr>
            <p:ph type="title"/>
          </p:nvPr>
        </p:nvSpPr>
        <p:spPr>
          <a:xfrm>
            <a:off x="1007746" y="548640"/>
            <a:ext cx="4718684" cy="1920240"/>
          </a:xfrm>
        </p:spPr>
        <p:txBody>
          <a:bodyPr anchor="b"/>
          <a:lstStyle>
            <a:lvl1pPr>
              <a:defRPr sz="384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49B6C2C-37E9-4CD0-3725-66E0A9F993C0}"/>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ADA8C7B-C4C3-7730-12F9-AD426138266A}"/>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GB"/>
              <a:t>Click to edit Master text styles</a:t>
            </a:r>
          </a:p>
        </p:txBody>
      </p:sp>
      <p:sp>
        <p:nvSpPr>
          <p:cNvPr id="5" name="Date Placeholder 4">
            <a:extLst>
              <a:ext uri="{FF2B5EF4-FFF2-40B4-BE49-F238E27FC236}">
                <a16:creationId xmlns:a16="http://schemas.microsoft.com/office/drawing/2014/main" id="{608E27D2-1518-F772-4892-041F27088F11}"/>
              </a:ext>
            </a:extLst>
          </p:cNvPr>
          <p:cNvSpPr>
            <a:spLocks noGrp="1"/>
          </p:cNvSpPr>
          <p:nvPr>
            <p:ph type="dt" sz="half" idx="10"/>
          </p:nvPr>
        </p:nvSpPr>
        <p:spPr/>
        <p:txBody>
          <a:bodyPr/>
          <a:lstStyle/>
          <a:p>
            <a:fld id="{05C68B11-C5A8-448C-8CE9-B1A273C79CFC}" type="datetimeFigureOut">
              <a:rPr lang="en-US" smtClean="0"/>
              <a:t>2/21/2025</a:t>
            </a:fld>
            <a:endParaRPr lang="en-US" dirty="0"/>
          </a:p>
        </p:txBody>
      </p:sp>
      <p:sp>
        <p:nvSpPr>
          <p:cNvPr id="6" name="Footer Placeholder 5">
            <a:extLst>
              <a:ext uri="{FF2B5EF4-FFF2-40B4-BE49-F238E27FC236}">
                <a16:creationId xmlns:a16="http://schemas.microsoft.com/office/drawing/2014/main" id="{169E5DFE-C78D-F17B-390D-6153AAB1F3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1F87B9-9D2F-8695-23E7-BB6BA4B11ED7}"/>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246615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19DAE-44E2-5028-3179-DADC0DFDFB4C}"/>
              </a:ext>
            </a:extLst>
          </p:cNvPr>
          <p:cNvSpPr>
            <a:spLocks noGrp="1"/>
          </p:cNvSpPr>
          <p:nvPr>
            <p:ph type="title"/>
          </p:nvPr>
        </p:nvSpPr>
        <p:spPr>
          <a:xfrm>
            <a:off x="1007746" y="548640"/>
            <a:ext cx="4718684" cy="1920240"/>
          </a:xfrm>
        </p:spPr>
        <p:txBody>
          <a:bodyPr anchor="b"/>
          <a:lstStyle>
            <a:lvl1pPr>
              <a:defRPr sz="384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099B815-62EB-EA43-27B4-75CD328A83E7}"/>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36098D33-9DF3-1EB6-771D-5A6C7C1B8545}"/>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GB"/>
              <a:t>Click to edit Master text styles</a:t>
            </a:r>
          </a:p>
        </p:txBody>
      </p:sp>
      <p:sp>
        <p:nvSpPr>
          <p:cNvPr id="5" name="Date Placeholder 4">
            <a:extLst>
              <a:ext uri="{FF2B5EF4-FFF2-40B4-BE49-F238E27FC236}">
                <a16:creationId xmlns:a16="http://schemas.microsoft.com/office/drawing/2014/main" id="{00B9BD96-15A5-12D6-8ADE-B0CFAB16F776}"/>
              </a:ext>
            </a:extLst>
          </p:cNvPr>
          <p:cNvSpPr>
            <a:spLocks noGrp="1"/>
          </p:cNvSpPr>
          <p:nvPr>
            <p:ph type="dt" sz="half" idx="10"/>
          </p:nvPr>
        </p:nvSpPr>
        <p:spPr/>
        <p:txBody>
          <a:bodyPr/>
          <a:lstStyle/>
          <a:p>
            <a:fld id="{C7616CA0-919D-4A49-9C8A-62FDFB3A5183}" type="datetimeFigureOut">
              <a:rPr lang="en-US" smtClean="0"/>
              <a:t>2/21/2025</a:t>
            </a:fld>
            <a:endParaRPr lang="en-US" dirty="0"/>
          </a:p>
        </p:txBody>
      </p:sp>
      <p:sp>
        <p:nvSpPr>
          <p:cNvPr id="6" name="Footer Placeholder 5">
            <a:extLst>
              <a:ext uri="{FF2B5EF4-FFF2-40B4-BE49-F238E27FC236}">
                <a16:creationId xmlns:a16="http://schemas.microsoft.com/office/drawing/2014/main" id="{E48414F8-0F54-E8D2-168A-75CF62B00A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44A87F0-2FB1-B2C6-58C4-947FA0E45134}"/>
              </a:ext>
            </a:extLst>
          </p:cNvPr>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333579471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DC10C-686F-22DD-2F69-FF892F874F0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061D926-3924-A60B-E0FA-4EDB97428C0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135B9F-5E8A-F9BD-3D80-BB4626691074}"/>
              </a:ext>
            </a:extLst>
          </p:cNvPr>
          <p:cNvSpPr>
            <a:spLocks noGrp="1"/>
          </p:cNvSpPr>
          <p:nvPr>
            <p:ph type="dt" sz="half" idx="10"/>
          </p:nvPr>
        </p:nvSpPr>
        <p:spPr/>
        <p:txBody>
          <a:bodyPr/>
          <a:lstStyle/>
          <a:p>
            <a:fld id="{4CD73815-2707-4475-8F1A-B873CB631BB4}" type="datetimeFigureOut">
              <a:rPr lang="en-US" smtClean="0"/>
              <a:t>2/21/2025</a:t>
            </a:fld>
            <a:endParaRPr lang="en-US" dirty="0"/>
          </a:p>
        </p:txBody>
      </p:sp>
      <p:sp>
        <p:nvSpPr>
          <p:cNvPr id="5" name="Footer Placeholder 4">
            <a:extLst>
              <a:ext uri="{FF2B5EF4-FFF2-40B4-BE49-F238E27FC236}">
                <a16:creationId xmlns:a16="http://schemas.microsoft.com/office/drawing/2014/main" id="{7489F486-5F7A-F900-4B7D-CB5E2C76A8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674888E-A89E-FAFA-645D-32652F9919B0}"/>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449412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DD8FBA-87B5-63A7-8A37-398AD9B7CB3C}"/>
              </a:ext>
            </a:extLst>
          </p:cNvPr>
          <p:cNvSpPr>
            <a:spLocks noGrp="1"/>
          </p:cNvSpPr>
          <p:nvPr>
            <p:ph type="title" orient="vert"/>
          </p:nvPr>
        </p:nvSpPr>
        <p:spPr>
          <a:xfrm>
            <a:off x="10469880" y="438150"/>
            <a:ext cx="3154680" cy="6974206"/>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AD05697-9331-1339-B045-7AE27EA3D01D}"/>
              </a:ext>
            </a:extLst>
          </p:cNvPr>
          <p:cNvSpPr>
            <a:spLocks noGrp="1"/>
          </p:cNvSpPr>
          <p:nvPr>
            <p:ph type="body" orient="vert" idx="1"/>
          </p:nvPr>
        </p:nvSpPr>
        <p:spPr>
          <a:xfrm>
            <a:off x="1005840" y="438150"/>
            <a:ext cx="9281160" cy="697420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88B64B-222F-2E2B-7BD3-B6142E790D4C}"/>
              </a:ext>
            </a:extLst>
          </p:cNvPr>
          <p:cNvSpPr>
            <a:spLocks noGrp="1"/>
          </p:cNvSpPr>
          <p:nvPr>
            <p:ph type="dt" sz="half" idx="10"/>
          </p:nvPr>
        </p:nvSpPr>
        <p:spPr/>
        <p:txBody>
          <a:bodyPr/>
          <a:lstStyle/>
          <a:p>
            <a:fld id="{2A4AFB99-0EAB-4182-AFF8-E214C82A68F6}" type="datetimeFigureOut">
              <a:rPr lang="en-US" smtClean="0"/>
              <a:t>2/21/2025</a:t>
            </a:fld>
            <a:endParaRPr lang="en-US" dirty="0"/>
          </a:p>
        </p:txBody>
      </p:sp>
      <p:sp>
        <p:nvSpPr>
          <p:cNvPr id="5" name="Footer Placeholder 4">
            <a:extLst>
              <a:ext uri="{FF2B5EF4-FFF2-40B4-BE49-F238E27FC236}">
                <a16:creationId xmlns:a16="http://schemas.microsoft.com/office/drawing/2014/main" id="{394ECF7C-C94E-7D92-6DC5-676A4F3E54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F400B2-7BC2-256E-A31E-1D6A86C4120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31161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035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1348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6549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1312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8846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379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4313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116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686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5816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2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127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BC6D8F-31CF-B53A-297D-46EA26DA397D}"/>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7F8A7DD-292A-82ED-88DD-7A72B5781334}"/>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83B1542-A0E6-CFF8-83AA-59F36353C0F5}"/>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90298CD5-6C1E-4009-B41F-6DF62E31D3BE}" type="datetimeFigureOut">
              <a:rPr lang="en-US" smtClean="0"/>
              <a:pPr/>
              <a:t>2/21/2025</a:t>
            </a:fld>
            <a:endParaRPr lang="en-US" dirty="0"/>
          </a:p>
        </p:txBody>
      </p:sp>
      <p:sp>
        <p:nvSpPr>
          <p:cNvPr id="5" name="Footer Placeholder 4">
            <a:extLst>
              <a:ext uri="{FF2B5EF4-FFF2-40B4-BE49-F238E27FC236}">
                <a16:creationId xmlns:a16="http://schemas.microsoft.com/office/drawing/2014/main" id="{AC693843-F9EB-2FAF-6DA5-216F9B0BD943}"/>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661D346-BD5F-B815-9325-CF92119B11B5}"/>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2414247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342167" y="1221769"/>
            <a:ext cx="12105145" cy="978219"/>
          </a:xfrm>
          <a:prstGeom prst="rect">
            <a:avLst/>
          </a:prstGeom>
          <a:noFill/>
          <a:ln/>
        </p:spPr>
        <p:txBody>
          <a:bodyPr wrap="none" lIns="0" tIns="0" rIns="0" bIns="0" rtlCol="0" anchor="t"/>
          <a:lstStyle/>
          <a:p>
            <a:pPr algn="ctr">
              <a:lnSpc>
                <a:spcPct val="150000"/>
              </a:lnSpc>
            </a:pPr>
            <a:r>
              <a:rPr lang="en-US" sz="6000" b="1" kern="1400" spc="600" dirty="0">
                <a:solidFill>
                  <a:srgbClr val="137BBE"/>
                </a:solidFill>
                <a:latin typeface="Elephant" panose="02020904090505020303" pitchFamily="18" charset="0"/>
                <a:ea typeface="Prompt Medium" pitchFamily="34" charset="-122"/>
                <a:cs typeface="Segoe UI" panose="020B0502040204020203" pitchFamily="34" charset="0"/>
              </a:rPr>
              <a:t>Payroll Management System</a:t>
            </a:r>
            <a:endParaRPr lang="en-US" sz="6000" kern="1400" spc="600" dirty="0">
              <a:solidFill>
                <a:srgbClr val="137BBE"/>
              </a:solidFill>
              <a:latin typeface="Elephant" panose="02020904090505020303" pitchFamily="18" charset="0"/>
              <a:cs typeface="Segoe UI" panose="020B0502040204020203" pitchFamily="34" charset="0"/>
            </a:endParaRPr>
          </a:p>
        </p:txBody>
      </p:sp>
      <p:sp>
        <p:nvSpPr>
          <p:cNvPr id="8" name="Rectangle 7">
            <a:extLst>
              <a:ext uri="{FF2B5EF4-FFF2-40B4-BE49-F238E27FC236}">
                <a16:creationId xmlns:a16="http://schemas.microsoft.com/office/drawing/2014/main" id="{125EA187-03DD-0B9E-A945-810F67CCD0C2}"/>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endParaRPr lang="en-US" dirty="0"/>
          </a:p>
        </p:txBody>
      </p:sp>
      <p:pic>
        <p:nvPicPr>
          <p:cNvPr id="13" name="Picture 4">
            <a:extLst>
              <a:ext uri="{FF2B5EF4-FFF2-40B4-BE49-F238E27FC236}">
                <a16:creationId xmlns:a16="http://schemas.microsoft.com/office/drawing/2014/main" id="{952D0B92-5A9E-80D7-C808-ADA17568A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55A7E32D-9DF7-E24F-D9A3-4E576CB17A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CEF3C99-2BDA-4F24-12E0-31C3AD55783D}"/>
              </a:ext>
            </a:extLst>
          </p:cNvPr>
          <p:cNvSpPr txBox="1"/>
          <p:nvPr/>
        </p:nvSpPr>
        <p:spPr>
          <a:xfrm>
            <a:off x="413373" y="2914415"/>
            <a:ext cx="13385906" cy="3985194"/>
          </a:xfrm>
          <a:prstGeom prst="rect">
            <a:avLst/>
          </a:prstGeom>
          <a:noFill/>
        </p:spPr>
        <p:txBody>
          <a:bodyPr wrap="square" rtlCol="0">
            <a:spAutoFit/>
          </a:bodyPr>
          <a:lstStyle/>
          <a:p>
            <a:pPr algn="just">
              <a:lnSpc>
                <a:spcPct val="150000"/>
              </a:lnSpc>
            </a:pPr>
            <a:r>
              <a:rPr lang="en-US" sz="3200" b="1" u="sng" dirty="0">
                <a:latin typeface="Times New Roman" panose="02020603050405020304" pitchFamily="18" charset="0"/>
                <a:ea typeface="Open Sans" panose="020F0502020204030204" pitchFamily="34" charset="0"/>
                <a:cs typeface="Times New Roman" panose="02020603050405020304" pitchFamily="18" charset="0"/>
              </a:rPr>
              <a:t>Submitted By</a:t>
            </a:r>
            <a:r>
              <a:rPr lang="en-US" sz="3200" b="1" dirty="0">
                <a:latin typeface="Times New Roman" panose="02020603050405020304" pitchFamily="18" charset="0"/>
                <a:ea typeface="Open Sans" panose="020F0502020204030204" pitchFamily="34" charset="0"/>
                <a:cs typeface="Times New Roman" panose="02020603050405020304" pitchFamily="18" charset="0"/>
              </a:rPr>
              <a:t>:</a:t>
            </a:r>
          </a:p>
          <a:p>
            <a:pPr algn="just">
              <a:lnSpc>
                <a:spcPct val="150000"/>
              </a:lnSpc>
            </a:pPr>
            <a:r>
              <a:rPr lang="en-US" sz="2800" b="1" dirty="0">
                <a:latin typeface="Times New Roman" panose="02020603050405020304" pitchFamily="18" charset="0"/>
                <a:ea typeface="Open Sans" panose="020F0502020204030204" pitchFamily="34" charset="0"/>
                <a:cs typeface="Times New Roman" panose="02020603050405020304" pitchFamily="18" charset="0"/>
              </a:rPr>
              <a:t>Name</a:t>
            </a:r>
            <a:r>
              <a:rPr lang="en-US" sz="2800" dirty="0">
                <a:latin typeface="Times New Roman" panose="02020603050405020304" pitchFamily="18" charset="0"/>
                <a:ea typeface="Open Sans" panose="020F0502020204030204" pitchFamily="34" charset="0"/>
                <a:cs typeface="Times New Roman" panose="02020603050405020304" pitchFamily="18" charset="0"/>
              </a:rPr>
              <a:t>: Shreeya Samir Bhatt</a:t>
            </a:r>
          </a:p>
          <a:p>
            <a:pPr algn="just">
              <a:lnSpc>
                <a:spcPct val="150000"/>
              </a:lnSpc>
            </a:pPr>
            <a:r>
              <a:rPr lang="en-US" sz="2800" b="1" dirty="0">
                <a:latin typeface="Times New Roman" panose="02020603050405020304" pitchFamily="18" charset="0"/>
                <a:ea typeface="Mukta Light" pitchFamily="34" charset="-122"/>
                <a:cs typeface="Times New Roman" panose="02020603050405020304" pitchFamily="18" charset="0"/>
              </a:rPr>
              <a:t>Roll number</a:t>
            </a:r>
            <a:r>
              <a:rPr lang="en-US" sz="2800" dirty="0">
                <a:latin typeface="Times New Roman" panose="02020603050405020304" pitchFamily="18" charset="0"/>
                <a:ea typeface="Mukta Light" pitchFamily="34" charset="-122"/>
                <a:cs typeface="Times New Roman" panose="02020603050405020304" pitchFamily="18" charset="0"/>
              </a:rPr>
              <a:t>: 68</a:t>
            </a:r>
            <a:endParaRPr lang="en-US" sz="2800" dirty="0">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panose="02020603050405020304" pitchFamily="18" charset="0"/>
                <a:ea typeface="Mukta Light" pitchFamily="34" charset="-122"/>
                <a:cs typeface="Times New Roman" panose="02020603050405020304" pitchFamily="18" charset="0"/>
              </a:rPr>
              <a:t>Enrollment Number</a:t>
            </a:r>
            <a:r>
              <a:rPr lang="en-US" sz="2800" dirty="0">
                <a:latin typeface="Times New Roman" panose="02020603050405020304" pitchFamily="18" charset="0"/>
                <a:ea typeface="Mukta Light" pitchFamily="34" charset="-122"/>
                <a:cs typeface="Times New Roman" panose="02020603050405020304" pitchFamily="18" charset="0"/>
              </a:rPr>
              <a:t>: 24002171310159</a:t>
            </a:r>
          </a:p>
          <a:p>
            <a:pPr algn="just">
              <a:lnSpc>
                <a:spcPct val="150000"/>
              </a:lnSpc>
            </a:pPr>
            <a:r>
              <a:rPr lang="en-US" sz="2800" b="1" dirty="0">
                <a:latin typeface="Times New Roman" panose="02020603050405020304" pitchFamily="18" charset="0"/>
                <a:ea typeface="Mukta Light" pitchFamily="34" charset="-122"/>
                <a:cs typeface="Times New Roman" panose="02020603050405020304" pitchFamily="18" charset="0"/>
              </a:rPr>
              <a:t>Batch</a:t>
            </a:r>
            <a:r>
              <a:rPr lang="en-US" sz="2800" dirty="0">
                <a:latin typeface="Times New Roman" panose="02020603050405020304" pitchFamily="18" charset="0"/>
                <a:ea typeface="Mukta Light" pitchFamily="34" charset="-122"/>
                <a:cs typeface="Times New Roman" panose="02020603050405020304" pitchFamily="18" charset="0"/>
              </a:rPr>
              <a:t>: C3</a:t>
            </a:r>
            <a:endParaRPr lang="en-US" sz="2800" dirty="0">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panose="02020603050405020304" pitchFamily="18" charset="0"/>
                <a:ea typeface="Mukta Light" pitchFamily="34" charset="-122"/>
                <a:cs typeface="Times New Roman" panose="02020603050405020304" pitchFamily="18" charset="0"/>
              </a:rPr>
              <a:t>Branch</a:t>
            </a:r>
            <a:r>
              <a:rPr lang="en-US" sz="2800" dirty="0">
                <a:latin typeface="Times New Roman" panose="02020603050405020304" pitchFamily="18" charset="0"/>
                <a:ea typeface="Mukta Light" pitchFamily="34" charset="-122"/>
                <a:cs typeface="Times New Roman" panose="02020603050405020304" pitchFamily="18" charset="0"/>
              </a:rPr>
              <a:t>: CST (Computer Science and Technology)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508474" y="353952"/>
            <a:ext cx="7825503" cy="978219"/>
          </a:xfrm>
          <a:prstGeom prst="rect">
            <a:avLst/>
          </a:prstGeom>
          <a:noFill/>
          <a:ln/>
        </p:spPr>
        <p:txBody>
          <a:bodyPr wrap="none" lIns="0" tIns="0" rIns="0" bIns="0" rtlCol="0" anchor="t"/>
          <a:lstStyle/>
          <a:p>
            <a:pPr algn="ctr">
              <a:lnSpc>
                <a:spcPct val="150000"/>
              </a:lnSpc>
            </a:pPr>
            <a:r>
              <a:rPr lang="en-US" sz="6151" spc="600" dirty="0">
                <a:solidFill>
                  <a:srgbClr val="0070C0"/>
                </a:solidFill>
                <a:latin typeface="Elephant" panose="02020904090505020303" pitchFamily="18" charset="0"/>
                <a:ea typeface="Prompt Medium" pitchFamily="34" charset="-122"/>
                <a:cs typeface="Prompt Medium" pitchFamily="34" charset="-120"/>
              </a:rPr>
              <a:t>Project Outline</a:t>
            </a:r>
            <a:endParaRPr lang="en-US" sz="6151" spc="600" dirty="0">
              <a:solidFill>
                <a:srgbClr val="0070C0"/>
              </a:solidFill>
              <a:latin typeface="Elephant" panose="02020904090505020303" pitchFamily="18" charset="0"/>
            </a:endParaRPr>
          </a:p>
        </p:txBody>
      </p:sp>
      <p:sp>
        <p:nvSpPr>
          <p:cNvPr id="8" name="Rectangle 7">
            <a:extLst>
              <a:ext uri="{FF2B5EF4-FFF2-40B4-BE49-F238E27FC236}">
                <a16:creationId xmlns:a16="http://schemas.microsoft.com/office/drawing/2014/main" id="{E24057BA-929C-843F-14A2-2CF86AD940FC}"/>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endParaRPr lang="en-US" dirty="0"/>
          </a:p>
        </p:txBody>
      </p:sp>
      <p:pic>
        <p:nvPicPr>
          <p:cNvPr id="12" name="Picture 2">
            <a:extLst>
              <a:ext uri="{FF2B5EF4-FFF2-40B4-BE49-F238E27FC236}">
                <a16:creationId xmlns:a16="http://schemas.microsoft.com/office/drawing/2014/main" id="{BA7BB8F9-2C2D-EFBA-CFE0-6611063BBA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912E5B30-6DBC-AD6A-6762-88F1F1C1C6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71094D1-3133-DD6F-D9A5-097E9643961E}"/>
              </a:ext>
            </a:extLst>
          </p:cNvPr>
          <p:cNvSpPr txBox="1"/>
          <p:nvPr/>
        </p:nvSpPr>
        <p:spPr>
          <a:xfrm>
            <a:off x="413373" y="1772439"/>
            <a:ext cx="13739949" cy="5565947"/>
          </a:xfrm>
          <a:prstGeom prst="rect">
            <a:avLst/>
          </a:prstGeom>
          <a:noFill/>
        </p:spPr>
        <p:txBody>
          <a:bodyPr wrap="square" rtlCol="0">
            <a:spAutoFit/>
          </a:bodyPr>
          <a:lstStyle/>
          <a:p>
            <a:pPr marL="514350" indent="-51435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Introduction</a:t>
            </a:r>
          </a:p>
          <a:p>
            <a:pPr marL="514350" indent="-51435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System design diagram</a:t>
            </a:r>
          </a:p>
          <a:p>
            <a:pPr marL="514350" indent="-51435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Functionalities</a:t>
            </a:r>
          </a:p>
          <a:p>
            <a:pPr defTabSz="969963">
              <a:lnSpc>
                <a:spcPct val="150000"/>
              </a:lnSpc>
              <a:tabLst>
                <a:tab pos="1309688" algn="l"/>
              </a:tabLst>
            </a:pPr>
            <a:r>
              <a:rPr lang="en-US" sz="2400" dirty="0">
                <a:latin typeface="Times New Roman" panose="02020603050405020304" pitchFamily="18" charset="0"/>
                <a:cs typeface="Times New Roman" panose="02020603050405020304" pitchFamily="18" charset="0"/>
              </a:rPr>
              <a:t>    3.1 Class Structure Overview</a:t>
            </a:r>
          </a:p>
          <a:p>
            <a:pPr defTabSz="969963">
              <a:lnSpc>
                <a:spcPct val="150000"/>
              </a:lnSpc>
              <a:tabLst>
                <a:tab pos="1309688" algn="l"/>
              </a:tabLst>
            </a:pPr>
            <a:r>
              <a:rPr lang="en-US" sz="2400" dirty="0">
                <a:latin typeface="Times New Roman" panose="02020603050405020304" pitchFamily="18" charset="0"/>
                <a:cs typeface="Times New Roman" panose="02020603050405020304" pitchFamily="18" charset="0"/>
              </a:rPr>
              <a:t>    3.2 Input Validation</a:t>
            </a:r>
          </a:p>
          <a:p>
            <a:pPr defTabSz="969963">
              <a:lnSpc>
                <a:spcPct val="150000"/>
              </a:lnSpc>
              <a:tabLst>
                <a:tab pos="1309688" algn="l"/>
              </a:tabLst>
            </a:pPr>
            <a:r>
              <a:rPr lang="en-US" sz="2400" dirty="0">
                <a:latin typeface="Times New Roman" panose="02020603050405020304" pitchFamily="18" charset="0"/>
                <a:cs typeface="Times New Roman" panose="02020603050405020304" pitchFamily="18" charset="0"/>
              </a:rPr>
              <a:t>    3.3 Key Features</a:t>
            </a:r>
          </a:p>
          <a:p>
            <a:pPr defTabSz="969963">
              <a:lnSpc>
                <a:spcPct val="150000"/>
              </a:lnSpc>
              <a:tabLst>
                <a:tab pos="1309688" algn="l"/>
              </a:tabLst>
            </a:pPr>
            <a:r>
              <a:rPr lang="en-US" sz="2400" dirty="0">
                <a:latin typeface="Times New Roman" panose="02020603050405020304" pitchFamily="18" charset="0"/>
                <a:cs typeface="Times New Roman" panose="02020603050405020304" pitchFamily="18" charset="0"/>
              </a:rPr>
              <a:t>    3.4 Formatting and User Experience</a:t>
            </a:r>
          </a:p>
          <a:p>
            <a:pPr defTabSz="969963">
              <a:lnSpc>
                <a:spcPct val="150000"/>
              </a:lnSpc>
              <a:tabLst>
                <a:tab pos="1309688" algn="l"/>
              </a:tabLst>
            </a:pPr>
            <a:r>
              <a:rPr lang="en-US" sz="2400" dirty="0">
                <a:latin typeface="Times New Roman" panose="02020603050405020304" pitchFamily="18" charset="0"/>
                <a:cs typeface="Times New Roman" panose="02020603050405020304" pitchFamily="18" charset="0"/>
              </a:rPr>
              <a:t>    3.5 Data Handling</a:t>
            </a:r>
          </a:p>
          <a:p>
            <a:pPr>
              <a:lnSpc>
                <a:spcPct val="150000"/>
              </a:lnSpc>
            </a:pPr>
            <a:r>
              <a:rPr lang="en-US" sz="2400" b="1" dirty="0">
                <a:latin typeface="Times New Roman" panose="02020603050405020304" pitchFamily="18" charset="0"/>
                <a:cs typeface="Times New Roman" panose="02020603050405020304" pitchFamily="18" charset="0"/>
              </a:rPr>
              <a:t>4.  Merits and Demerits</a:t>
            </a:r>
          </a:p>
          <a:p>
            <a:pPr>
              <a:lnSpc>
                <a:spcPct val="150000"/>
              </a:lnSpc>
            </a:pPr>
            <a:r>
              <a:rPr lang="en-US" sz="2400" b="1" dirty="0">
                <a:latin typeface="Times New Roman" panose="02020603050405020304" pitchFamily="18" charset="0"/>
                <a:cs typeface="Times New Roman" panose="02020603050405020304" pitchFamily="18" charset="0"/>
              </a:rPr>
              <a:t>5.   Future Enhancements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r="4973" b="1348"/>
          <a:stretch/>
        </p:blipFill>
        <p:spPr>
          <a:xfrm>
            <a:off x="0" y="987251"/>
            <a:ext cx="5773782" cy="7242349"/>
          </a:xfrm>
          <a:prstGeom prst="rect">
            <a:avLst/>
          </a:prstGeom>
        </p:spPr>
      </p:pic>
      <p:sp>
        <p:nvSpPr>
          <p:cNvPr id="4" name="Text 0"/>
          <p:cNvSpPr/>
          <p:nvPr/>
        </p:nvSpPr>
        <p:spPr>
          <a:xfrm>
            <a:off x="6280196" y="1894819"/>
            <a:ext cx="7749312" cy="1322141"/>
          </a:xfrm>
          <a:prstGeom prst="rect">
            <a:avLst/>
          </a:prstGeom>
          <a:noFill/>
          <a:ln/>
        </p:spPr>
        <p:txBody>
          <a:bodyPr wrap="none" lIns="0" tIns="0" rIns="0" bIns="0" rtlCol="0" anchor="t"/>
          <a:lstStyle/>
          <a:p>
            <a:pPr algn="ctr">
              <a:lnSpc>
                <a:spcPts val="5551"/>
              </a:lnSpc>
            </a:pPr>
            <a:r>
              <a:rPr lang="en-US" sz="7200" b="1" kern="1900" spc="700" dirty="0">
                <a:solidFill>
                  <a:srgbClr val="137BBE"/>
                </a:solidFill>
                <a:latin typeface="Elephant" panose="02020904090505020303" pitchFamily="18" charset="0"/>
                <a:ea typeface="Prompt Medium" pitchFamily="34" charset="-122"/>
                <a:cs typeface="Prompt Medium" pitchFamily="34" charset="-120"/>
              </a:rPr>
              <a:t>Introduction</a:t>
            </a:r>
            <a:endParaRPr lang="en-US" sz="6000" b="1" kern="1900" spc="700" dirty="0">
              <a:solidFill>
                <a:srgbClr val="137BBE"/>
              </a:solidFill>
              <a:latin typeface="Elephant" panose="02020904090505020303" pitchFamily="18" charset="0"/>
            </a:endParaRPr>
          </a:p>
        </p:txBody>
      </p:sp>
      <p:sp>
        <p:nvSpPr>
          <p:cNvPr id="5" name="Text 1"/>
          <p:cNvSpPr/>
          <p:nvPr/>
        </p:nvSpPr>
        <p:spPr>
          <a:xfrm>
            <a:off x="6097314" y="2863558"/>
            <a:ext cx="8115077" cy="4569208"/>
          </a:xfrm>
          <a:prstGeom prst="rect">
            <a:avLst/>
          </a:prstGeom>
          <a:noFill/>
          <a:ln/>
        </p:spPr>
        <p:txBody>
          <a:bodyPr wrap="square" lIns="0" tIns="0" rIns="0" bIns="0" rtlCol="0" anchor="t"/>
          <a:lstStyle/>
          <a:p>
            <a:pPr marL="347472" indent="-347472" algn="just" rtl="0" eaLnBrk="1" latinLnBrk="0" hangingPunct="1">
              <a:lnSpc>
                <a:spcPct val="150000"/>
              </a:lnSpc>
              <a:buClrTx/>
              <a:buSzPts val="2200"/>
              <a:buFont typeface="Arial" panose="020B0604020202020204" pitchFamily="34" charset="0"/>
              <a:buChar char="•"/>
            </a:pP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The </a:t>
            </a:r>
            <a:r>
              <a:rPr lang="en-US" sz="2200" b="1"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Payroll Management System</a:t>
            </a: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 is a </a:t>
            </a:r>
            <a:r>
              <a:rPr lang="en-US" sz="2200" b="1"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Java-based project</a:t>
            </a: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 that helps manage employee salaries, automate payroll processes, and ensure accurate salary calculations. It follows </a:t>
            </a:r>
            <a:r>
              <a:rPr lang="en-US" sz="2200" b="1"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Object-Oriented Programming (OOP) principles</a:t>
            </a: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 making it easy to expand and maintain.</a:t>
            </a:r>
            <a:endParaRPr lang="en-US" sz="2200" dirty="0"/>
          </a:p>
          <a:p>
            <a:pPr marL="347472" indent="-347472" algn="just" rtl="0" eaLnBrk="1" latinLnBrk="0" hangingPunct="1">
              <a:lnSpc>
                <a:spcPct val="150000"/>
              </a:lnSpc>
              <a:buClrTx/>
              <a:buSzPts val="2200"/>
              <a:buFont typeface="Arial" panose="020B0604020202020204" pitchFamily="34" charset="0"/>
              <a:buChar char="•"/>
            </a:pP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This project </a:t>
            </a:r>
            <a:r>
              <a:rPr lang="en-US" sz="2200" b="1"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simplifies payroll tasks</a:t>
            </a: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 by automating salary calculations, tax deductions, employee records, and report generation. The system features a </a:t>
            </a:r>
            <a:r>
              <a:rPr lang="en-US" sz="2200" b="1"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menu-driven interface</a:t>
            </a:r>
            <a:r>
              <a:rPr lang="en-US" sz="2200" kern="1200" dirty="0">
                <a:solidFill>
                  <a:srgbClr val="000000"/>
                </a:solidFill>
                <a:effectLst/>
                <a:latin typeface="Times New Roman" panose="02020603050405020304" pitchFamily="18" charset="0"/>
                <a:ea typeface="Mukta Light" panose="020B0604020202020204" charset="0"/>
                <a:cs typeface="Times New Roman" panose="02020603050405020304" pitchFamily="18" charset="0"/>
              </a:rPr>
              <a:t>, allowing users to access different functions easily and efficiently.</a:t>
            </a:r>
            <a:endParaRPr lang="en-US" sz="2200" dirty="0">
              <a:effectLst/>
            </a:endParaRPr>
          </a:p>
        </p:txBody>
      </p:sp>
      <p:sp>
        <p:nvSpPr>
          <p:cNvPr id="7" name="Rectangle 6">
            <a:extLst>
              <a:ext uri="{FF2B5EF4-FFF2-40B4-BE49-F238E27FC236}">
                <a16:creationId xmlns:a16="http://schemas.microsoft.com/office/drawing/2014/main" id="{AF3B3130-DFE7-0C8C-0CA8-30E7ABBCC8A5}"/>
              </a:ext>
            </a:extLst>
          </p:cNvPr>
          <p:cNvSpPr/>
          <p:nvPr/>
        </p:nvSpPr>
        <p:spPr>
          <a:xfrm>
            <a:off x="12697097" y="7759337"/>
            <a:ext cx="1871043" cy="3712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9" name="Picture 2">
            <a:extLst>
              <a:ext uri="{FF2B5EF4-FFF2-40B4-BE49-F238E27FC236}">
                <a16:creationId xmlns:a16="http://schemas.microsoft.com/office/drawing/2014/main" id="{4DC50A35-D572-F2E5-F397-72EE0ED8B4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4DF566FE-37C0-4E33-98F5-6F865A4492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75211" y="564286"/>
            <a:ext cx="12908290" cy="1230959"/>
          </a:xfrm>
          <a:prstGeom prst="rect">
            <a:avLst/>
          </a:prstGeom>
          <a:noFill/>
          <a:ln/>
        </p:spPr>
        <p:txBody>
          <a:bodyPr wrap="none" lIns="0" tIns="0" rIns="0" bIns="0" rtlCol="0" anchor="t"/>
          <a:lstStyle/>
          <a:p>
            <a:pPr algn="ctr">
              <a:lnSpc>
                <a:spcPct val="150000"/>
              </a:lnSpc>
            </a:pPr>
            <a:r>
              <a:rPr lang="en-US" sz="4000" spc="300" dirty="0">
                <a:solidFill>
                  <a:srgbClr val="0070C0"/>
                </a:solidFill>
                <a:latin typeface="Elephant" panose="02020904090505020303" pitchFamily="18" charset="0"/>
                <a:ea typeface="Prompt Medium" pitchFamily="34" charset="-122"/>
                <a:cs typeface="Prompt Medium" pitchFamily="34" charset="-120"/>
              </a:rPr>
              <a:t>Class Diagram for Payroll Management System</a:t>
            </a:r>
            <a:endParaRPr lang="en-US" sz="4000" spc="300" dirty="0">
              <a:solidFill>
                <a:srgbClr val="0070C0"/>
              </a:solidFill>
              <a:latin typeface="Elephant" panose="02020904090505020303" pitchFamily="18" charset="0"/>
            </a:endParaRPr>
          </a:p>
        </p:txBody>
      </p:sp>
      <p:sp>
        <p:nvSpPr>
          <p:cNvPr id="4" name="Text 1"/>
          <p:cNvSpPr/>
          <p:nvPr/>
        </p:nvSpPr>
        <p:spPr>
          <a:xfrm>
            <a:off x="1359345" y="7641737"/>
            <a:ext cx="12337868" cy="226747"/>
          </a:xfrm>
          <a:prstGeom prst="rect">
            <a:avLst/>
          </a:prstGeom>
          <a:noFill/>
          <a:ln/>
        </p:spPr>
        <p:txBody>
          <a:bodyPr wrap="none" lIns="0" tIns="0" rIns="0" bIns="0" rtlCol="0" anchor="t"/>
          <a:lstStyle/>
          <a:p>
            <a:pPr>
              <a:lnSpc>
                <a:spcPct val="150000"/>
              </a:lnSpc>
            </a:pPr>
            <a:endParaRPr lang="en-US" sz="1751" dirty="0"/>
          </a:p>
        </p:txBody>
      </p:sp>
      <p:pic>
        <p:nvPicPr>
          <p:cNvPr id="7" name="Picture 2">
            <a:extLst>
              <a:ext uri="{FF2B5EF4-FFF2-40B4-BE49-F238E27FC236}">
                <a16:creationId xmlns:a16="http://schemas.microsoft.com/office/drawing/2014/main" id="{B9C441F4-FB02-9553-581C-90157615C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5394" y="0"/>
            <a:ext cx="2495007" cy="6569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FE2ED177-23E8-6315-C9CA-2640DE1243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961850" cy="8882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BD04C48-1A41-D40C-C968-C9C136B21B0C}"/>
              </a:ext>
            </a:extLst>
          </p:cNvPr>
          <p:cNvPicPr>
            <a:picLocks noChangeAspect="1"/>
          </p:cNvPicPr>
          <p:nvPr/>
        </p:nvPicPr>
        <p:blipFill>
          <a:blip r:embed="rId5"/>
          <a:stretch>
            <a:fillRect/>
          </a:stretch>
        </p:blipFill>
        <p:spPr>
          <a:xfrm>
            <a:off x="3064451" y="1540561"/>
            <a:ext cx="8927656" cy="63558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711041"/>
            <a:ext cx="14568140" cy="978219"/>
          </a:xfrm>
          <a:prstGeom prst="rect">
            <a:avLst/>
          </a:prstGeom>
          <a:noFill/>
          <a:ln/>
        </p:spPr>
        <p:txBody>
          <a:bodyPr wrap="none" lIns="0" tIns="0" rIns="0" bIns="0" rtlCol="0" anchor="t"/>
          <a:lstStyle/>
          <a:p>
            <a:pPr algn="ctr">
              <a:lnSpc>
                <a:spcPts val="7700"/>
              </a:lnSpc>
            </a:pPr>
            <a:r>
              <a:rPr lang="en-US" sz="6151" b="1" kern="2100" spc="600" dirty="0">
                <a:solidFill>
                  <a:srgbClr val="0070C0"/>
                </a:solidFill>
                <a:latin typeface="Elephant" panose="02020904090505020303" pitchFamily="18" charset="0"/>
                <a:ea typeface="Prompt Medium" pitchFamily="34" charset="-122"/>
                <a:cs typeface="Prompt Medium" pitchFamily="34" charset="-120"/>
              </a:rPr>
              <a:t>Functionalities</a:t>
            </a:r>
            <a:endParaRPr lang="en-US" sz="6151" b="1" kern="2100" spc="600" dirty="0">
              <a:solidFill>
                <a:srgbClr val="0070C0"/>
              </a:solidFill>
              <a:latin typeface="Elephant" panose="02020904090505020303" pitchFamily="18" charset="0"/>
            </a:endParaRPr>
          </a:p>
        </p:txBody>
      </p:sp>
      <p:sp>
        <p:nvSpPr>
          <p:cNvPr id="3" name="Text 1"/>
          <p:cNvSpPr/>
          <p:nvPr/>
        </p:nvSpPr>
        <p:spPr>
          <a:xfrm>
            <a:off x="793797" y="2286700"/>
            <a:ext cx="6325453" cy="425291"/>
          </a:xfrm>
          <a:prstGeom prst="rect">
            <a:avLst/>
          </a:prstGeom>
          <a:noFill/>
          <a:ln/>
        </p:spPr>
        <p:txBody>
          <a:bodyPr wrap="none" lIns="0" tIns="0" rIns="0" bIns="0" rtlCol="0" anchor="t"/>
          <a:lstStyle/>
          <a:p>
            <a:pPr>
              <a:lnSpc>
                <a:spcPts val="3300"/>
              </a:lnSpc>
            </a:pPr>
            <a:r>
              <a:rPr lang="en-US" sz="3200" u="sng" spc="300" dirty="0">
                <a:solidFill>
                  <a:srgbClr val="3366CC"/>
                </a:solidFill>
                <a:latin typeface="Elephant" panose="02020904090505020303" pitchFamily="18" charset="0"/>
                <a:ea typeface="Prompt Medium" pitchFamily="34" charset="-122"/>
                <a:cs typeface="Prompt Medium" pitchFamily="34" charset="-120"/>
              </a:rPr>
              <a:t>Class Structure Overview</a:t>
            </a:r>
            <a:endParaRPr lang="en-US" sz="3200" u="sng" spc="300" dirty="0">
              <a:solidFill>
                <a:srgbClr val="3366CC"/>
              </a:solidFill>
              <a:latin typeface="Elephant" panose="02020904090505020303" pitchFamily="18" charset="0"/>
            </a:endParaRPr>
          </a:p>
        </p:txBody>
      </p:sp>
      <p:sp>
        <p:nvSpPr>
          <p:cNvPr id="4" name="Text 2"/>
          <p:cNvSpPr/>
          <p:nvPr/>
        </p:nvSpPr>
        <p:spPr>
          <a:xfrm>
            <a:off x="765289" y="3302328"/>
            <a:ext cx="2835235" cy="369571"/>
          </a:xfrm>
          <a:prstGeom prst="rect">
            <a:avLst/>
          </a:prstGeom>
          <a:noFill/>
          <a:ln/>
        </p:spPr>
        <p:txBody>
          <a:bodyPr wrap="none" lIns="0" tIns="0" rIns="0" bIns="0" rtlCol="0" anchor="t"/>
          <a:lstStyle/>
          <a:p>
            <a:pPr>
              <a:lnSpc>
                <a:spcPts val="2751"/>
              </a:lnSpc>
            </a:pPr>
            <a:r>
              <a:rPr lang="en-US" sz="2400" dirty="0">
                <a:highlight>
                  <a:srgbClr val="CCD7FF"/>
                </a:highlight>
                <a:latin typeface="Consolas" pitchFamily="34" charset="0"/>
                <a:ea typeface="Consolas" pitchFamily="34" charset="-122"/>
                <a:cs typeface="Consolas" pitchFamily="34" charset="-120"/>
              </a:rPr>
              <a:t>Member Class</a:t>
            </a:r>
            <a:endParaRPr lang="en-US" sz="2400" dirty="0"/>
          </a:p>
        </p:txBody>
      </p:sp>
      <p:sp>
        <p:nvSpPr>
          <p:cNvPr id="5" name="Text 3"/>
          <p:cNvSpPr/>
          <p:nvPr/>
        </p:nvSpPr>
        <p:spPr>
          <a:xfrm>
            <a:off x="765294" y="3898712"/>
            <a:ext cx="3978116" cy="1451611"/>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This base class defines fundamental employee attributes such as ID and name. These attributes are inherited by the Employee class.</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5319365" y="3232869"/>
            <a:ext cx="3978116" cy="385763"/>
          </a:xfrm>
          <a:prstGeom prst="rect">
            <a:avLst/>
          </a:prstGeom>
          <a:noFill/>
          <a:ln/>
        </p:spPr>
        <p:txBody>
          <a:bodyPr wrap="none" lIns="0" tIns="0" rIns="0" bIns="0" rtlCol="0" anchor="t"/>
          <a:lstStyle/>
          <a:p>
            <a:pPr>
              <a:lnSpc>
                <a:spcPts val="2851"/>
              </a:lnSpc>
            </a:pPr>
            <a:r>
              <a:rPr lang="en-US" sz="2400" dirty="0">
                <a:highlight>
                  <a:srgbClr val="CCD7FF"/>
                </a:highlight>
                <a:latin typeface="Consolas" pitchFamily="34" charset="0"/>
                <a:ea typeface="Consolas" pitchFamily="34" charset="-122"/>
                <a:cs typeface="Consolas" pitchFamily="34" charset="-120"/>
              </a:rPr>
              <a:t>Employee Class</a:t>
            </a:r>
            <a:endParaRPr lang="en-US" sz="2400" dirty="0"/>
          </a:p>
        </p:txBody>
      </p:sp>
      <p:sp>
        <p:nvSpPr>
          <p:cNvPr id="7" name="Text 5"/>
          <p:cNvSpPr/>
          <p:nvPr/>
        </p:nvSpPr>
        <p:spPr>
          <a:xfrm>
            <a:off x="5192609" y="3866682"/>
            <a:ext cx="3978116" cy="2177415"/>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Extending the Member class, the Employee class adds crucial payroll-related information like basic salary, paid leaves, bonus, overtime hours, and phone number. It also includes methods for calculating gross salary and displaying employee data.</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9451364" y="3239212"/>
            <a:ext cx="3978116" cy="385763"/>
          </a:xfrm>
          <a:prstGeom prst="rect">
            <a:avLst/>
          </a:prstGeom>
          <a:noFill/>
          <a:ln/>
        </p:spPr>
        <p:txBody>
          <a:bodyPr wrap="none" lIns="0" tIns="0" rIns="0" bIns="0" rtlCol="0" anchor="t"/>
          <a:lstStyle/>
          <a:p>
            <a:pPr>
              <a:lnSpc>
                <a:spcPts val="2851"/>
              </a:lnSpc>
            </a:pPr>
            <a:r>
              <a:rPr lang="en-US" sz="2400" dirty="0">
                <a:highlight>
                  <a:srgbClr val="CCD7FF"/>
                </a:highlight>
                <a:latin typeface="Consolas" pitchFamily="34" charset="0"/>
                <a:ea typeface="Consolas" pitchFamily="34" charset="-122"/>
                <a:cs typeface="Consolas" pitchFamily="34" charset="-120"/>
              </a:rPr>
              <a:t>PayrollManagementSystem Class</a:t>
            </a:r>
            <a:endParaRPr lang="en-US" sz="2400" dirty="0"/>
          </a:p>
        </p:txBody>
      </p:sp>
      <p:sp>
        <p:nvSpPr>
          <p:cNvPr id="9" name="Text 7"/>
          <p:cNvSpPr/>
          <p:nvPr/>
        </p:nvSpPr>
        <p:spPr>
          <a:xfrm>
            <a:off x="9675978" y="3898719"/>
            <a:ext cx="3978116" cy="2177415"/>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Acting as the core of the system, this class manages all operations related to employees. It provides functionality to add, delete, edit, sort, and search for employees. It also offers an interactive menu for user input and navigation.</a:t>
            </a:r>
            <a:endParaRPr lang="en-US" sz="2000" dirty="0">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C0AAE40E-CD5D-9FD2-7372-095587466BFE}"/>
              </a:ext>
            </a:extLst>
          </p:cNvPr>
          <p:cNvCxnSpPr/>
          <p:nvPr/>
        </p:nvCxnSpPr>
        <p:spPr>
          <a:xfrm>
            <a:off x="4968003" y="3106524"/>
            <a:ext cx="0" cy="3433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9DC460C-BB18-F416-2776-89022C83C182}"/>
              </a:ext>
            </a:extLst>
          </p:cNvPr>
          <p:cNvCxnSpPr/>
          <p:nvPr/>
        </p:nvCxnSpPr>
        <p:spPr>
          <a:xfrm>
            <a:off x="9311044" y="3154680"/>
            <a:ext cx="0" cy="3433825"/>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F5F2AB7-26C7-DF28-7D79-D9AB15126919}"/>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solidFill>
            </a:endParaRPr>
          </a:p>
        </p:txBody>
      </p:sp>
      <p:pic>
        <p:nvPicPr>
          <p:cNvPr id="14" name="Picture 2">
            <a:extLst>
              <a:ext uri="{FF2B5EF4-FFF2-40B4-BE49-F238E27FC236}">
                <a16:creationId xmlns:a16="http://schemas.microsoft.com/office/drawing/2014/main" id="{BB6B5111-545F-5B05-7F15-BE74B5E39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6D647AB0-6CE2-6252-B1D5-1645C54A81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8" y="1346252"/>
            <a:ext cx="13651072" cy="566976"/>
          </a:xfrm>
          <a:prstGeom prst="rect">
            <a:avLst/>
          </a:prstGeom>
          <a:noFill/>
          <a:ln/>
        </p:spPr>
        <p:txBody>
          <a:bodyPr wrap="none" lIns="0" tIns="0" rIns="0" bIns="0" rtlCol="0" anchor="t"/>
          <a:lstStyle/>
          <a:p>
            <a:pPr algn="ctr">
              <a:lnSpc>
                <a:spcPts val="4451"/>
              </a:lnSpc>
            </a:pPr>
            <a:r>
              <a:rPr lang="en-US" sz="4800" spc="600" dirty="0">
                <a:solidFill>
                  <a:srgbClr val="0070C0"/>
                </a:solidFill>
                <a:latin typeface="Elephant" panose="02020904090505020303" pitchFamily="18" charset="0"/>
                <a:ea typeface="Prompt Medium" pitchFamily="34" charset="-122"/>
                <a:cs typeface="Prompt Medium" pitchFamily="34" charset="-120"/>
              </a:rPr>
              <a:t>Input Validation</a:t>
            </a:r>
            <a:endParaRPr lang="en-US" sz="4800" spc="600" dirty="0">
              <a:solidFill>
                <a:srgbClr val="0070C0"/>
              </a:solidFill>
              <a:latin typeface="Elephant" panose="02020904090505020303" pitchFamily="18" charset="0"/>
            </a:endParaRPr>
          </a:p>
        </p:txBody>
      </p:sp>
      <p:pic>
        <p:nvPicPr>
          <p:cNvPr id="3" name="Image 0" descr="preencoded.png"/>
          <p:cNvPicPr>
            <a:picLocks noChangeAspect="1"/>
          </p:cNvPicPr>
          <p:nvPr/>
        </p:nvPicPr>
        <p:blipFill>
          <a:blip r:embed="rId3"/>
          <a:stretch>
            <a:fillRect/>
          </a:stretch>
        </p:blipFill>
        <p:spPr>
          <a:xfrm>
            <a:off x="793671" y="2698617"/>
            <a:ext cx="566976" cy="566976"/>
          </a:xfrm>
          <a:prstGeom prst="rect">
            <a:avLst/>
          </a:prstGeom>
        </p:spPr>
      </p:pic>
      <p:sp>
        <p:nvSpPr>
          <p:cNvPr id="4" name="Text 1"/>
          <p:cNvSpPr/>
          <p:nvPr/>
        </p:nvSpPr>
        <p:spPr>
          <a:xfrm>
            <a:off x="673357" y="3696653"/>
            <a:ext cx="2835235" cy="354331"/>
          </a:xfrm>
          <a:prstGeom prst="rect">
            <a:avLst/>
          </a:prstGeom>
          <a:noFill/>
          <a:ln/>
        </p:spPr>
        <p:txBody>
          <a:bodyPr wrap="none" lIns="0" tIns="0" rIns="0" bIns="0" rtlCol="0" anchor="t"/>
          <a:lstStyle/>
          <a:p>
            <a:pPr>
              <a:lnSpc>
                <a:spcPts val="2751"/>
              </a:lnSpc>
            </a:pPr>
            <a:r>
              <a:rPr lang="en-US" sz="2800" b="1" dirty="0">
                <a:latin typeface="Times New Roman" panose="02020603050405020304" pitchFamily="18" charset="0"/>
                <a:ea typeface="Prompt Medium" pitchFamily="34" charset="-122"/>
                <a:cs typeface="Times New Roman" panose="02020603050405020304" pitchFamily="18" charset="0"/>
              </a:rPr>
              <a:t>Phone Number</a:t>
            </a:r>
            <a:endParaRPr lang="en-US" sz="2800" b="1" dirty="0">
              <a:latin typeface="Times New Roman" panose="02020603050405020304" pitchFamily="18" charset="0"/>
              <a:cs typeface="Times New Roman" panose="02020603050405020304" pitchFamily="18" charset="0"/>
            </a:endParaRPr>
          </a:p>
        </p:txBody>
      </p:sp>
      <p:sp>
        <p:nvSpPr>
          <p:cNvPr id="5" name="Text 2"/>
          <p:cNvSpPr/>
          <p:nvPr/>
        </p:nvSpPr>
        <p:spPr>
          <a:xfrm>
            <a:off x="673364" y="4228268"/>
            <a:ext cx="4120753" cy="2331773"/>
          </a:xfrm>
          <a:prstGeom prst="rect">
            <a:avLst/>
          </a:prstGeom>
          <a:noFill/>
          <a:ln/>
        </p:spPr>
        <p:txBody>
          <a:bodyPr wrap="square" lIns="0" tIns="0" rIns="0" bIns="0" rtlCol="0" anchor="t"/>
          <a:lstStyle/>
          <a:p>
            <a:pPr algn="just">
              <a:lnSpc>
                <a:spcPts val="2851"/>
              </a:lnSpc>
            </a:pPr>
            <a:r>
              <a:rPr lang="en-US" sz="2400" dirty="0">
                <a:latin typeface="Times New Roman" panose="02020603050405020304" pitchFamily="18" charset="0"/>
                <a:ea typeface="Mukta Light" pitchFamily="34" charset="-122"/>
                <a:cs typeface="Times New Roman" panose="02020603050405020304" pitchFamily="18" charset="0"/>
              </a:rPr>
              <a:t>The program ensures that phone numbers entered by the user are valid. This involves checking that the phone number is 10 digits long and starts with either 6, 7, 8, or 9.</a:t>
            </a:r>
            <a:endParaRPr lang="en-US" sz="24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5254704" y="2690217"/>
            <a:ext cx="566976" cy="566976"/>
          </a:xfrm>
          <a:prstGeom prst="rect">
            <a:avLst/>
          </a:prstGeom>
        </p:spPr>
      </p:pic>
      <p:sp>
        <p:nvSpPr>
          <p:cNvPr id="7" name="Text 3"/>
          <p:cNvSpPr/>
          <p:nvPr/>
        </p:nvSpPr>
        <p:spPr>
          <a:xfrm>
            <a:off x="5172769" y="3639629"/>
            <a:ext cx="2835235" cy="354331"/>
          </a:xfrm>
          <a:prstGeom prst="rect">
            <a:avLst/>
          </a:prstGeom>
          <a:noFill/>
          <a:ln/>
        </p:spPr>
        <p:txBody>
          <a:bodyPr wrap="none" lIns="0" tIns="0" rIns="0" bIns="0" rtlCol="0" anchor="t"/>
          <a:lstStyle/>
          <a:p>
            <a:pPr>
              <a:lnSpc>
                <a:spcPts val="2751"/>
              </a:lnSpc>
            </a:pPr>
            <a:r>
              <a:rPr lang="en-US" sz="2800" b="1" dirty="0">
                <a:latin typeface="Times New Roman" panose="02020603050405020304" pitchFamily="18" charset="0"/>
                <a:ea typeface="Prompt Medium" pitchFamily="34" charset="-122"/>
                <a:cs typeface="Times New Roman" panose="02020603050405020304" pitchFamily="18" charset="0"/>
              </a:rPr>
              <a:t>Menu Choices</a:t>
            </a:r>
            <a:endParaRPr lang="en-US" sz="2800" b="1" dirty="0">
              <a:latin typeface="Times New Roman" panose="02020603050405020304" pitchFamily="18" charset="0"/>
              <a:cs typeface="Times New Roman" panose="02020603050405020304" pitchFamily="18" charset="0"/>
            </a:endParaRPr>
          </a:p>
        </p:txBody>
      </p:sp>
      <p:sp>
        <p:nvSpPr>
          <p:cNvPr id="8" name="Text 4"/>
          <p:cNvSpPr/>
          <p:nvPr/>
        </p:nvSpPr>
        <p:spPr>
          <a:xfrm>
            <a:off x="5194487" y="4235643"/>
            <a:ext cx="4120872" cy="2097677"/>
          </a:xfrm>
          <a:prstGeom prst="rect">
            <a:avLst/>
          </a:prstGeom>
          <a:noFill/>
          <a:ln/>
        </p:spPr>
        <p:txBody>
          <a:bodyPr wrap="square" lIns="0" tIns="0" rIns="0" bIns="0" rtlCol="0" anchor="t"/>
          <a:lstStyle/>
          <a:p>
            <a:pPr algn="just">
              <a:lnSpc>
                <a:spcPts val="2851"/>
              </a:lnSpc>
            </a:pPr>
            <a:r>
              <a:rPr lang="en-US" sz="2400" dirty="0">
                <a:latin typeface="Times New Roman" panose="02020603050405020304" pitchFamily="18" charset="0"/>
                <a:ea typeface="Mukta Light" pitchFamily="34" charset="-122"/>
                <a:cs typeface="Times New Roman" panose="02020603050405020304" pitchFamily="18" charset="0"/>
              </a:rPr>
              <a:t>User input for menu options is validated to ensure that the chosen value falls within the allowed range. This prevents errors caused by unexpected or invalid input.</a:t>
            </a:r>
            <a:endParaRPr lang="en-US" sz="24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9715739" y="2698617"/>
            <a:ext cx="566976" cy="566976"/>
          </a:xfrm>
          <a:prstGeom prst="rect">
            <a:avLst/>
          </a:prstGeom>
        </p:spPr>
      </p:pic>
      <p:sp>
        <p:nvSpPr>
          <p:cNvPr id="10" name="Text 5"/>
          <p:cNvSpPr/>
          <p:nvPr/>
        </p:nvSpPr>
        <p:spPr>
          <a:xfrm>
            <a:off x="9724893" y="3639629"/>
            <a:ext cx="2835235" cy="354331"/>
          </a:xfrm>
          <a:prstGeom prst="rect">
            <a:avLst/>
          </a:prstGeom>
          <a:noFill/>
          <a:ln/>
        </p:spPr>
        <p:txBody>
          <a:bodyPr wrap="none" lIns="0" tIns="0" rIns="0" bIns="0" rtlCol="0" anchor="t"/>
          <a:lstStyle/>
          <a:p>
            <a:pPr>
              <a:lnSpc>
                <a:spcPts val="2751"/>
              </a:lnSpc>
            </a:pPr>
            <a:r>
              <a:rPr lang="en-US" sz="2800" b="1" dirty="0">
                <a:latin typeface="Times New Roman" panose="02020603050405020304" pitchFamily="18" charset="0"/>
                <a:ea typeface="Prompt Medium" pitchFamily="34" charset="-122"/>
                <a:cs typeface="Times New Roman" panose="02020603050405020304" pitchFamily="18" charset="0"/>
              </a:rPr>
              <a:t>Numerical Values</a:t>
            </a:r>
            <a:endParaRPr lang="en-US" sz="2800" b="1" dirty="0">
              <a:latin typeface="Times New Roman" panose="02020603050405020304" pitchFamily="18" charset="0"/>
              <a:cs typeface="Times New Roman" panose="02020603050405020304" pitchFamily="18" charset="0"/>
            </a:endParaRPr>
          </a:p>
        </p:txBody>
      </p:sp>
      <p:sp>
        <p:nvSpPr>
          <p:cNvPr id="11" name="Text 6"/>
          <p:cNvSpPr/>
          <p:nvPr/>
        </p:nvSpPr>
        <p:spPr>
          <a:xfrm>
            <a:off x="9715744" y="4235641"/>
            <a:ext cx="4120753" cy="1451611"/>
          </a:xfrm>
          <a:prstGeom prst="rect">
            <a:avLst/>
          </a:prstGeom>
          <a:noFill/>
          <a:ln/>
        </p:spPr>
        <p:txBody>
          <a:bodyPr wrap="square" lIns="0" tIns="0" rIns="0" bIns="0" rtlCol="0" anchor="t"/>
          <a:lstStyle/>
          <a:p>
            <a:pPr algn="just">
              <a:lnSpc>
                <a:spcPts val="2851"/>
              </a:lnSpc>
            </a:pPr>
            <a:r>
              <a:rPr lang="en-US" sz="2400" dirty="0">
                <a:latin typeface="Times New Roman" panose="02020603050405020304" pitchFamily="18" charset="0"/>
                <a:ea typeface="Mukta Light" pitchFamily="34" charset="-122"/>
                <a:cs typeface="Times New Roman" panose="02020603050405020304" pitchFamily="18" charset="0"/>
              </a:rPr>
              <a:t>Salary inputs and other numerical values are appropriately parsed to avoid errors and ensure that only valid numbers are processed.</a:t>
            </a:r>
            <a:endParaRPr lang="en-US" sz="24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F2821ADF-5672-3E99-A84A-230F4C0E0693}"/>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solidFill>
            </a:endParaRPr>
          </a:p>
        </p:txBody>
      </p:sp>
      <p:cxnSp>
        <p:nvCxnSpPr>
          <p:cNvPr id="13" name="Straight Connector 12">
            <a:extLst>
              <a:ext uri="{FF2B5EF4-FFF2-40B4-BE49-F238E27FC236}">
                <a16:creationId xmlns:a16="http://schemas.microsoft.com/office/drawing/2014/main" id="{8AA58A22-D76B-431E-0572-2C1D189B06E6}"/>
              </a:ext>
            </a:extLst>
          </p:cNvPr>
          <p:cNvCxnSpPr>
            <a:cxnSpLocks/>
          </p:cNvCxnSpPr>
          <p:nvPr/>
        </p:nvCxnSpPr>
        <p:spPr>
          <a:xfrm>
            <a:off x="4968003" y="2698625"/>
            <a:ext cx="0" cy="384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8C82870-4227-359E-FE76-2B418D0D6E1E}"/>
              </a:ext>
            </a:extLst>
          </p:cNvPr>
          <p:cNvCxnSpPr>
            <a:cxnSpLocks/>
          </p:cNvCxnSpPr>
          <p:nvPr/>
        </p:nvCxnSpPr>
        <p:spPr>
          <a:xfrm>
            <a:off x="9520124" y="2584366"/>
            <a:ext cx="0" cy="3841724"/>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2">
            <a:extLst>
              <a:ext uri="{FF2B5EF4-FFF2-40B4-BE49-F238E27FC236}">
                <a16:creationId xmlns:a16="http://schemas.microsoft.com/office/drawing/2014/main" id="{EA9ADEC6-BD99-D46B-D956-2DF08440D2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a:extLst>
              <a:ext uri="{FF2B5EF4-FFF2-40B4-BE49-F238E27FC236}">
                <a16:creationId xmlns:a16="http://schemas.microsoft.com/office/drawing/2014/main" id="{683DE3DA-D2A4-35E1-0C4E-453BAC472D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7" y="1041561"/>
            <a:ext cx="5670591" cy="708779"/>
          </a:xfrm>
          <a:prstGeom prst="rect">
            <a:avLst/>
          </a:prstGeom>
          <a:noFill/>
          <a:ln/>
        </p:spPr>
        <p:txBody>
          <a:bodyPr wrap="none" lIns="0" tIns="0" rIns="0" bIns="0" rtlCol="0" anchor="t"/>
          <a:lstStyle/>
          <a:p>
            <a:pPr>
              <a:lnSpc>
                <a:spcPts val="5551"/>
              </a:lnSpc>
            </a:pPr>
            <a:r>
              <a:rPr lang="en-US" sz="4451" b="1" kern="1900" spc="600" dirty="0">
                <a:solidFill>
                  <a:srgbClr val="137BBE"/>
                </a:solidFill>
                <a:latin typeface="Elephant" panose="02020904090505020303" pitchFamily="18" charset="0"/>
                <a:ea typeface="Prompt Medium" pitchFamily="34" charset="-122"/>
                <a:cs typeface="Prompt Medium" pitchFamily="34" charset="-120"/>
              </a:rPr>
              <a:t>Key Features </a:t>
            </a:r>
            <a:endParaRPr lang="en-US" sz="4451" b="1" kern="1900" spc="600" dirty="0">
              <a:solidFill>
                <a:srgbClr val="137BBE"/>
              </a:solidFill>
              <a:latin typeface="Elephant" panose="02020904090505020303" pitchFamily="18" charset="0"/>
            </a:endParaRPr>
          </a:p>
        </p:txBody>
      </p:sp>
      <p:sp>
        <p:nvSpPr>
          <p:cNvPr id="3" name="Shape 1"/>
          <p:cNvSpPr/>
          <p:nvPr/>
        </p:nvSpPr>
        <p:spPr>
          <a:xfrm>
            <a:off x="566983" y="2233477"/>
            <a:ext cx="510303" cy="510303"/>
          </a:xfrm>
          <a:prstGeom prst="roundRect">
            <a:avLst>
              <a:gd name="adj" fmla="val 1792"/>
            </a:avLst>
          </a:prstGeom>
          <a:solidFill>
            <a:srgbClr val="F2EEEE"/>
          </a:solidFill>
          <a:ln w="7620">
            <a:solidFill>
              <a:srgbClr val="D8D4D4"/>
            </a:solidFill>
            <a:prstDash val="solid"/>
          </a:ln>
        </p:spPr>
        <p:txBody>
          <a:bodyPr/>
          <a:lstStyle/>
          <a:p>
            <a:endParaRPr lang="en-US"/>
          </a:p>
        </p:txBody>
      </p:sp>
      <p:sp>
        <p:nvSpPr>
          <p:cNvPr id="4" name="Text 2"/>
          <p:cNvSpPr/>
          <p:nvPr/>
        </p:nvSpPr>
        <p:spPr>
          <a:xfrm>
            <a:off x="758435" y="2318488"/>
            <a:ext cx="127279" cy="340281"/>
          </a:xfrm>
          <a:prstGeom prst="rect">
            <a:avLst/>
          </a:prstGeom>
          <a:noFill/>
          <a:ln/>
        </p:spPr>
        <p:txBody>
          <a:bodyPr wrap="none" lIns="0" tIns="0" rIns="0" bIns="0" rtlCol="0" anchor="t"/>
          <a:lstStyle/>
          <a:p>
            <a:pPr algn="ctr">
              <a:lnSpc>
                <a:spcPts val="2651"/>
              </a:lnSpc>
            </a:pPr>
            <a:r>
              <a:rPr lang="en-US" sz="2651" dirty="0">
                <a:latin typeface="Prompt Medium" pitchFamily="34" charset="0"/>
                <a:ea typeface="Prompt Medium" pitchFamily="34" charset="-122"/>
                <a:cs typeface="Prompt Medium" pitchFamily="34" charset="-120"/>
              </a:rPr>
              <a:t>1</a:t>
            </a:r>
            <a:endParaRPr lang="en-US" sz="2651" dirty="0"/>
          </a:p>
        </p:txBody>
      </p:sp>
      <p:sp>
        <p:nvSpPr>
          <p:cNvPr id="5" name="Text 3"/>
          <p:cNvSpPr/>
          <p:nvPr/>
        </p:nvSpPr>
        <p:spPr>
          <a:xfrm>
            <a:off x="1304101" y="2233469"/>
            <a:ext cx="5344893" cy="354331"/>
          </a:xfrm>
          <a:prstGeom prst="rect">
            <a:avLst/>
          </a:prstGeom>
          <a:noFill/>
          <a:ln/>
        </p:spPr>
        <p:txBody>
          <a:bodyPr wrap="none" lIns="0" tIns="0" rIns="0" bIns="0" rtlCol="0" anchor="t"/>
          <a:lstStyle/>
          <a:p>
            <a:pPr>
              <a:lnSpc>
                <a:spcPts val="2751"/>
              </a:lnSpc>
            </a:pPr>
            <a:r>
              <a:rPr lang="en-US" sz="3200" b="1" spc="300" dirty="0">
                <a:solidFill>
                  <a:srgbClr val="00B0F0"/>
                </a:solidFill>
                <a:latin typeface="Times New Roman" panose="02020603050405020304" pitchFamily="18" charset="0"/>
                <a:ea typeface="Prompt Medium" pitchFamily="34" charset="-122"/>
                <a:cs typeface="Times New Roman" panose="02020603050405020304" pitchFamily="18" charset="0"/>
              </a:rPr>
              <a:t>Employee Details Storage</a:t>
            </a:r>
            <a:endParaRPr lang="en-US" sz="3200" b="1" spc="300" dirty="0">
              <a:solidFill>
                <a:srgbClr val="00B0F0"/>
              </a:solidFill>
              <a:latin typeface="Times New Roman" panose="02020603050405020304" pitchFamily="18" charset="0"/>
              <a:cs typeface="Times New Roman" panose="02020603050405020304" pitchFamily="18" charset="0"/>
            </a:endParaRPr>
          </a:p>
        </p:txBody>
      </p:sp>
      <p:sp>
        <p:nvSpPr>
          <p:cNvPr id="6" name="Text 4"/>
          <p:cNvSpPr/>
          <p:nvPr/>
        </p:nvSpPr>
        <p:spPr>
          <a:xfrm>
            <a:off x="1304093" y="2723888"/>
            <a:ext cx="5670947" cy="1451611"/>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Each employee is uniquely identified by an ID, name, basic salary, paid leaves, bonus, overtime hours, and phone number. The program stores this information in an array, accommodating up to 100 employees.</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7201861" y="2209749"/>
            <a:ext cx="510303" cy="510303"/>
          </a:xfrm>
          <a:prstGeom prst="roundRect">
            <a:avLst>
              <a:gd name="adj" fmla="val 1792"/>
            </a:avLst>
          </a:prstGeom>
          <a:solidFill>
            <a:srgbClr val="F2EEEE"/>
          </a:solidFill>
          <a:ln w="7620">
            <a:solidFill>
              <a:srgbClr val="D8D4D4"/>
            </a:solidFill>
            <a:prstDash val="solid"/>
          </a:ln>
        </p:spPr>
        <p:txBody>
          <a:bodyPr/>
          <a:lstStyle/>
          <a:p>
            <a:endParaRPr lang="en-US"/>
          </a:p>
        </p:txBody>
      </p:sp>
      <p:sp>
        <p:nvSpPr>
          <p:cNvPr id="8" name="Text 6"/>
          <p:cNvSpPr/>
          <p:nvPr/>
        </p:nvSpPr>
        <p:spPr>
          <a:xfrm>
            <a:off x="7357467" y="2294760"/>
            <a:ext cx="199072" cy="340281"/>
          </a:xfrm>
          <a:prstGeom prst="rect">
            <a:avLst/>
          </a:prstGeom>
          <a:noFill/>
          <a:ln/>
        </p:spPr>
        <p:txBody>
          <a:bodyPr wrap="none" lIns="0" tIns="0" rIns="0" bIns="0" rtlCol="0" anchor="t"/>
          <a:lstStyle/>
          <a:p>
            <a:pPr algn="ctr">
              <a:lnSpc>
                <a:spcPts val="2651"/>
              </a:lnSpc>
            </a:pPr>
            <a:r>
              <a:rPr lang="en-US" sz="2651" dirty="0">
                <a:latin typeface="Prompt Medium" pitchFamily="34" charset="0"/>
                <a:ea typeface="Prompt Medium" pitchFamily="34" charset="-122"/>
                <a:cs typeface="Prompt Medium" pitchFamily="34" charset="-120"/>
              </a:rPr>
              <a:t>2</a:t>
            </a:r>
            <a:endParaRPr lang="en-US" sz="2651" dirty="0"/>
          </a:p>
        </p:txBody>
      </p:sp>
      <p:sp>
        <p:nvSpPr>
          <p:cNvPr id="9" name="Text 7"/>
          <p:cNvSpPr/>
          <p:nvPr/>
        </p:nvSpPr>
        <p:spPr>
          <a:xfrm>
            <a:off x="7938971" y="2231564"/>
            <a:ext cx="3323987" cy="354331"/>
          </a:xfrm>
          <a:prstGeom prst="rect">
            <a:avLst/>
          </a:prstGeom>
          <a:noFill/>
          <a:ln/>
        </p:spPr>
        <p:txBody>
          <a:bodyPr wrap="none" lIns="0" tIns="0" rIns="0" bIns="0" rtlCol="0" anchor="t"/>
          <a:lstStyle/>
          <a:p>
            <a:pPr>
              <a:lnSpc>
                <a:spcPts val="2751"/>
              </a:lnSpc>
            </a:pPr>
            <a:r>
              <a:rPr lang="en-US" sz="3200" b="1" spc="300" dirty="0">
                <a:solidFill>
                  <a:srgbClr val="00B0F0"/>
                </a:solidFill>
                <a:latin typeface="Times New Roman" panose="02020603050405020304" pitchFamily="18" charset="0"/>
                <a:ea typeface="Prompt Medium" pitchFamily="34" charset="-122"/>
                <a:cs typeface="Times New Roman" panose="02020603050405020304" pitchFamily="18" charset="0"/>
              </a:rPr>
              <a:t>Gross Salary Calculation</a:t>
            </a:r>
            <a:endParaRPr lang="en-US" sz="3200" b="1" spc="300" dirty="0">
              <a:solidFill>
                <a:srgbClr val="00B0F0"/>
              </a:solidFill>
              <a:latin typeface="Times New Roman" panose="02020603050405020304" pitchFamily="18" charset="0"/>
              <a:cs typeface="Times New Roman" panose="02020603050405020304" pitchFamily="18" charset="0"/>
            </a:endParaRPr>
          </a:p>
        </p:txBody>
      </p:sp>
      <p:sp>
        <p:nvSpPr>
          <p:cNvPr id="10" name="Text 8"/>
          <p:cNvSpPr/>
          <p:nvPr/>
        </p:nvSpPr>
        <p:spPr>
          <a:xfrm>
            <a:off x="7938969" y="2700168"/>
            <a:ext cx="5670947" cy="1814513"/>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The system determines an employee's gross salary by adding their basic salary, house rent allowance (HRA), dearness allowance (DA), overtime pay, leave allowance, and any bonuses earned. It also includes deductions like provident fund (PF) and professional tax.</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566983" y="5196846"/>
            <a:ext cx="510303" cy="510303"/>
          </a:xfrm>
          <a:prstGeom prst="roundRect">
            <a:avLst>
              <a:gd name="adj" fmla="val 1792"/>
            </a:avLst>
          </a:prstGeom>
          <a:solidFill>
            <a:srgbClr val="F2EEEE"/>
          </a:solidFill>
          <a:ln w="7620">
            <a:solidFill>
              <a:srgbClr val="D8D4D4"/>
            </a:solidFill>
            <a:prstDash val="solid"/>
          </a:ln>
        </p:spPr>
        <p:txBody>
          <a:bodyPr/>
          <a:lstStyle/>
          <a:p>
            <a:endParaRPr lang="en-US"/>
          </a:p>
        </p:txBody>
      </p:sp>
      <p:sp>
        <p:nvSpPr>
          <p:cNvPr id="12" name="Text 10"/>
          <p:cNvSpPr/>
          <p:nvPr/>
        </p:nvSpPr>
        <p:spPr>
          <a:xfrm>
            <a:off x="723431" y="5288882"/>
            <a:ext cx="197407" cy="340281"/>
          </a:xfrm>
          <a:prstGeom prst="rect">
            <a:avLst/>
          </a:prstGeom>
          <a:noFill/>
          <a:ln/>
        </p:spPr>
        <p:txBody>
          <a:bodyPr wrap="none" lIns="0" tIns="0" rIns="0" bIns="0" rtlCol="0" anchor="t"/>
          <a:lstStyle/>
          <a:p>
            <a:pPr algn="ctr">
              <a:lnSpc>
                <a:spcPts val="2651"/>
              </a:lnSpc>
            </a:pPr>
            <a:r>
              <a:rPr lang="en-US" sz="2651" dirty="0">
                <a:latin typeface="Prompt Medium" pitchFamily="34" charset="0"/>
                <a:ea typeface="Prompt Medium" pitchFamily="34" charset="-122"/>
                <a:cs typeface="Prompt Medium" pitchFamily="34" charset="-120"/>
              </a:rPr>
              <a:t>3</a:t>
            </a:r>
            <a:endParaRPr lang="en-US" sz="2651" dirty="0"/>
          </a:p>
        </p:txBody>
      </p:sp>
      <p:sp>
        <p:nvSpPr>
          <p:cNvPr id="13" name="Text 11"/>
          <p:cNvSpPr/>
          <p:nvPr/>
        </p:nvSpPr>
        <p:spPr>
          <a:xfrm>
            <a:off x="1304098" y="5274825"/>
            <a:ext cx="5160290" cy="482924"/>
          </a:xfrm>
          <a:prstGeom prst="rect">
            <a:avLst/>
          </a:prstGeom>
          <a:noFill/>
          <a:ln/>
        </p:spPr>
        <p:txBody>
          <a:bodyPr wrap="none" lIns="0" tIns="0" rIns="0" bIns="0" rtlCol="0" anchor="t"/>
          <a:lstStyle/>
          <a:p>
            <a:pPr>
              <a:lnSpc>
                <a:spcPts val="2751"/>
              </a:lnSpc>
            </a:pPr>
            <a:r>
              <a:rPr lang="en-US" sz="3200" b="1" spc="300" dirty="0">
                <a:solidFill>
                  <a:srgbClr val="00B0F0"/>
                </a:solidFill>
                <a:latin typeface="Times New Roman" panose="02020603050405020304" pitchFamily="18" charset="0"/>
                <a:ea typeface="Prompt Medium" pitchFamily="34" charset="-122"/>
                <a:cs typeface="Times New Roman" panose="02020603050405020304" pitchFamily="18" charset="0"/>
              </a:rPr>
              <a:t>Menu-Driven Interface</a:t>
            </a:r>
            <a:endParaRPr lang="en-US" sz="3200" b="1" spc="300" dirty="0">
              <a:solidFill>
                <a:srgbClr val="00B0F0"/>
              </a:solidFill>
              <a:latin typeface="Times New Roman" panose="02020603050405020304" pitchFamily="18" charset="0"/>
              <a:cs typeface="Times New Roman" panose="02020603050405020304" pitchFamily="18" charset="0"/>
            </a:endParaRPr>
          </a:p>
        </p:txBody>
      </p:sp>
      <p:sp>
        <p:nvSpPr>
          <p:cNvPr id="14" name="Text 12"/>
          <p:cNvSpPr/>
          <p:nvPr/>
        </p:nvSpPr>
        <p:spPr>
          <a:xfrm>
            <a:off x="1304093" y="5765244"/>
            <a:ext cx="5670947" cy="1451611"/>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Upon execution, the program displays a welcoming message and launches the payroll system. A continuous loop allows users to select options from a </a:t>
            </a:r>
            <a:r>
              <a:rPr lang="en-US" sz="2000" dirty="0">
                <a:latin typeface="Times New Roman" panose="02020603050405020304" pitchFamily="18" charset="0"/>
                <a:cs typeface="Times New Roman" panose="02020603050405020304" pitchFamily="18" charset="0"/>
              </a:rPr>
              <a:t>displayed</a:t>
            </a:r>
            <a:r>
              <a:rPr lang="en-US" sz="2000" dirty="0">
                <a:latin typeface="Times New Roman" panose="02020603050405020304" pitchFamily="18" charset="0"/>
                <a:ea typeface="Mukta Light" pitchFamily="34" charset="-122"/>
                <a:cs typeface="Times New Roman" panose="02020603050405020304" pitchFamily="18" charset="0"/>
              </a:rPr>
              <a:t> menu to perform various operations on employee data.</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7197811" y="5247446"/>
            <a:ext cx="510303" cy="510303"/>
          </a:xfrm>
          <a:prstGeom prst="roundRect">
            <a:avLst>
              <a:gd name="adj" fmla="val 1792"/>
            </a:avLst>
          </a:prstGeom>
          <a:solidFill>
            <a:srgbClr val="F2EEEE"/>
          </a:solidFill>
          <a:ln w="7620">
            <a:solidFill>
              <a:srgbClr val="D8D4D4"/>
            </a:solidFill>
            <a:prstDash val="solid"/>
          </a:ln>
        </p:spPr>
        <p:txBody>
          <a:bodyPr/>
          <a:lstStyle/>
          <a:p>
            <a:endParaRPr lang="en-US"/>
          </a:p>
        </p:txBody>
      </p:sp>
      <p:sp>
        <p:nvSpPr>
          <p:cNvPr id="16" name="Text 14"/>
          <p:cNvSpPr/>
          <p:nvPr/>
        </p:nvSpPr>
        <p:spPr>
          <a:xfrm>
            <a:off x="7349378" y="5332457"/>
            <a:ext cx="207169" cy="340281"/>
          </a:xfrm>
          <a:prstGeom prst="rect">
            <a:avLst/>
          </a:prstGeom>
          <a:noFill/>
          <a:ln/>
        </p:spPr>
        <p:txBody>
          <a:bodyPr wrap="none" lIns="0" tIns="0" rIns="0" bIns="0" rtlCol="0" anchor="t"/>
          <a:lstStyle/>
          <a:p>
            <a:pPr algn="ctr">
              <a:lnSpc>
                <a:spcPts val="2651"/>
              </a:lnSpc>
            </a:pPr>
            <a:r>
              <a:rPr lang="en-US" sz="2651" dirty="0">
                <a:latin typeface="Prompt Medium" pitchFamily="34" charset="0"/>
                <a:ea typeface="Prompt Medium" pitchFamily="34" charset="-122"/>
                <a:cs typeface="Prompt Medium" pitchFamily="34" charset="-120"/>
              </a:rPr>
              <a:t>4</a:t>
            </a:r>
            <a:endParaRPr lang="en-US" sz="2651" dirty="0"/>
          </a:p>
        </p:txBody>
      </p:sp>
      <p:sp>
        <p:nvSpPr>
          <p:cNvPr id="17" name="Text 15"/>
          <p:cNvSpPr/>
          <p:nvPr/>
        </p:nvSpPr>
        <p:spPr>
          <a:xfrm>
            <a:off x="7938971" y="5303637"/>
            <a:ext cx="2884765" cy="354331"/>
          </a:xfrm>
          <a:prstGeom prst="rect">
            <a:avLst/>
          </a:prstGeom>
          <a:noFill/>
          <a:ln/>
        </p:spPr>
        <p:txBody>
          <a:bodyPr wrap="none" lIns="0" tIns="0" rIns="0" bIns="0" rtlCol="0" anchor="t"/>
          <a:lstStyle/>
          <a:p>
            <a:pPr>
              <a:lnSpc>
                <a:spcPts val="2751"/>
              </a:lnSpc>
            </a:pPr>
            <a:r>
              <a:rPr lang="en-US" sz="3200" b="1" spc="300" dirty="0">
                <a:solidFill>
                  <a:srgbClr val="00B0F0"/>
                </a:solidFill>
                <a:latin typeface="Times New Roman" panose="02020603050405020304" pitchFamily="18" charset="0"/>
                <a:ea typeface="Prompt Medium" pitchFamily="34" charset="-122"/>
                <a:cs typeface="Times New Roman" panose="02020603050405020304" pitchFamily="18" charset="0"/>
              </a:rPr>
              <a:t>Operations Available</a:t>
            </a:r>
            <a:endParaRPr lang="en-US" sz="3200" b="1" spc="300" dirty="0">
              <a:solidFill>
                <a:srgbClr val="00B0F0"/>
              </a:solidFill>
              <a:latin typeface="Times New Roman" panose="02020603050405020304" pitchFamily="18" charset="0"/>
              <a:cs typeface="Times New Roman" panose="02020603050405020304" pitchFamily="18" charset="0"/>
            </a:endParaRPr>
          </a:p>
        </p:txBody>
      </p:sp>
      <p:sp>
        <p:nvSpPr>
          <p:cNvPr id="18" name="Text 16"/>
          <p:cNvSpPr/>
          <p:nvPr/>
        </p:nvSpPr>
        <p:spPr>
          <a:xfrm>
            <a:off x="7938969" y="5794056"/>
            <a:ext cx="5670947" cy="1451611"/>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The user can choose from several options: adding an employee, viewing all employees, searching by ID, editing details, deleting an employee, sorting by ID, calculating average salary, or exiting the system.</a:t>
            </a:r>
            <a:endParaRPr lang="en-US" sz="2000"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88D54802-E28C-D976-FE32-8356101BCBF1}"/>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solidFill>
            </a:endParaRPr>
          </a:p>
        </p:txBody>
      </p:sp>
      <p:pic>
        <p:nvPicPr>
          <p:cNvPr id="21" name="Picture 2">
            <a:extLst>
              <a:ext uri="{FF2B5EF4-FFF2-40B4-BE49-F238E27FC236}">
                <a16:creationId xmlns:a16="http://schemas.microsoft.com/office/drawing/2014/main" id="{941B0410-8EC6-52E0-0BF0-FC52E50EF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a:extLst>
              <a:ext uri="{FF2B5EF4-FFF2-40B4-BE49-F238E27FC236}">
                <a16:creationId xmlns:a16="http://schemas.microsoft.com/office/drawing/2014/main" id="{C81B136A-9715-B15E-BA10-54B3E2294D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1120180"/>
            <a:ext cx="6002305" cy="7109420"/>
          </a:xfrm>
          <a:prstGeom prst="rect">
            <a:avLst/>
          </a:prstGeom>
        </p:spPr>
      </p:pic>
      <p:sp>
        <p:nvSpPr>
          <p:cNvPr id="4" name="Text 0"/>
          <p:cNvSpPr/>
          <p:nvPr/>
        </p:nvSpPr>
        <p:spPr>
          <a:xfrm>
            <a:off x="6267360" y="1494471"/>
            <a:ext cx="7179945" cy="640911"/>
          </a:xfrm>
          <a:prstGeom prst="rect">
            <a:avLst/>
          </a:prstGeom>
          <a:noFill/>
          <a:ln/>
        </p:spPr>
        <p:txBody>
          <a:bodyPr wrap="none" lIns="0" tIns="0" rIns="0" bIns="0" rtlCol="0" anchor="t"/>
          <a:lstStyle/>
          <a:p>
            <a:pPr>
              <a:lnSpc>
                <a:spcPts val="4451"/>
              </a:lnSpc>
            </a:pPr>
            <a:r>
              <a:rPr lang="en-US" sz="3200" spc="300" dirty="0">
                <a:solidFill>
                  <a:srgbClr val="0070C0"/>
                </a:solidFill>
                <a:latin typeface="Elephant" panose="02020904090505020303" pitchFamily="18" charset="0"/>
                <a:ea typeface="Prompt Medium" pitchFamily="34" charset="-122"/>
                <a:cs typeface="Prompt Medium" pitchFamily="34" charset="-120"/>
              </a:rPr>
              <a:t>Formatting and User Experience</a:t>
            </a:r>
            <a:endParaRPr lang="en-US" sz="3200" spc="300" dirty="0">
              <a:solidFill>
                <a:srgbClr val="0070C0"/>
              </a:solidFill>
              <a:latin typeface="Elephant" panose="02020904090505020303" pitchFamily="18" charset="0"/>
            </a:endParaRPr>
          </a:p>
        </p:txBody>
      </p:sp>
      <p:pic>
        <p:nvPicPr>
          <p:cNvPr id="5" name="Image 2" descr="preencoded.png"/>
          <p:cNvPicPr>
            <a:picLocks noChangeAspect="1"/>
          </p:cNvPicPr>
          <p:nvPr/>
        </p:nvPicPr>
        <p:blipFill>
          <a:blip r:embed="rId4"/>
          <a:stretch>
            <a:fillRect/>
          </a:stretch>
        </p:blipFill>
        <p:spPr>
          <a:xfrm>
            <a:off x="6423881" y="2439911"/>
            <a:ext cx="566976" cy="566976"/>
          </a:xfrm>
          <a:prstGeom prst="rect">
            <a:avLst/>
          </a:prstGeom>
        </p:spPr>
      </p:pic>
      <p:sp>
        <p:nvSpPr>
          <p:cNvPr id="6" name="Text 1"/>
          <p:cNvSpPr/>
          <p:nvPr/>
        </p:nvSpPr>
        <p:spPr>
          <a:xfrm>
            <a:off x="6267360" y="3414993"/>
            <a:ext cx="2835235" cy="354331"/>
          </a:xfrm>
          <a:prstGeom prst="rect">
            <a:avLst/>
          </a:prstGeom>
          <a:noFill/>
          <a:ln/>
        </p:spPr>
        <p:txBody>
          <a:bodyPr wrap="none" lIns="0" tIns="0" rIns="0" bIns="0" rtlCol="0" anchor="t"/>
          <a:lstStyle/>
          <a:p>
            <a:pPr>
              <a:lnSpc>
                <a:spcPts val="2751"/>
              </a:lnSpc>
            </a:pPr>
            <a:r>
              <a:rPr lang="en-US" sz="2800" b="1" dirty="0">
                <a:solidFill>
                  <a:srgbClr val="3366CC"/>
                </a:solidFill>
                <a:latin typeface="Times New Roman" panose="02020603050405020304" pitchFamily="18" charset="0"/>
                <a:ea typeface="Prompt Medium" pitchFamily="34" charset="-122"/>
                <a:cs typeface="Times New Roman" panose="02020603050405020304" pitchFamily="18" charset="0"/>
              </a:rPr>
              <a:t>Color Coding</a:t>
            </a:r>
            <a:endParaRPr lang="en-US" sz="2800" b="1" dirty="0">
              <a:solidFill>
                <a:srgbClr val="3366CC"/>
              </a:solidFill>
              <a:latin typeface="Times New Roman" panose="02020603050405020304" pitchFamily="18" charset="0"/>
              <a:cs typeface="Times New Roman" panose="02020603050405020304" pitchFamily="18" charset="0"/>
            </a:endParaRPr>
          </a:p>
        </p:txBody>
      </p:sp>
      <p:sp>
        <p:nvSpPr>
          <p:cNvPr id="7" name="Text 2"/>
          <p:cNvSpPr/>
          <p:nvPr/>
        </p:nvSpPr>
        <p:spPr>
          <a:xfrm>
            <a:off x="6285193" y="4114809"/>
            <a:ext cx="3572145" cy="2177415"/>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ANSI escape codes are employed to enhance readability and provide visual organization to the console output. Different sections, such as the menu and employee details, are highlighted with specific colors.</a:t>
            </a:r>
            <a:endParaRPr lang="en-US" sz="2000" dirty="0">
              <a:latin typeface="Times New Roman" panose="02020603050405020304" pitchFamily="18" charset="0"/>
              <a:cs typeface="Times New Roman" panose="02020603050405020304" pitchFamily="18" charset="0"/>
            </a:endParaRPr>
          </a:p>
        </p:txBody>
      </p:sp>
      <p:pic>
        <p:nvPicPr>
          <p:cNvPr id="8" name="Image 3" descr="preencoded.png"/>
          <p:cNvPicPr>
            <a:picLocks noChangeAspect="1"/>
          </p:cNvPicPr>
          <p:nvPr/>
        </p:nvPicPr>
        <p:blipFill>
          <a:blip r:embed="rId5"/>
          <a:stretch>
            <a:fillRect/>
          </a:stretch>
        </p:blipFill>
        <p:spPr>
          <a:xfrm>
            <a:off x="10228148" y="2573271"/>
            <a:ext cx="566976" cy="566976"/>
          </a:xfrm>
          <a:prstGeom prst="rect">
            <a:avLst/>
          </a:prstGeom>
        </p:spPr>
      </p:pic>
      <p:sp>
        <p:nvSpPr>
          <p:cNvPr id="9" name="Text 3"/>
          <p:cNvSpPr/>
          <p:nvPr/>
        </p:nvSpPr>
        <p:spPr>
          <a:xfrm>
            <a:off x="10228149" y="3414993"/>
            <a:ext cx="2835235" cy="354331"/>
          </a:xfrm>
          <a:prstGeom prst="rect">
            <a:avLst/>
          </a:prstGeom>
          <a:noFill/>
          <a:ln/>
        </p:spPr>
        <p:txBody>
          <a:bodyPr wrap="none" lIns="0" tIns="0" rIns="0" bIns="0" rtlCol="0" anchor="t"/>
          <a:lstStyle/>
          <a:p>
            <a:pPr>
              <a:lnSpc>
                <a:spcPts val="2751"/>
              </a:lnSpc>
            </a:pPr>
            <a:r>
              <a:rPr lang="en-US" sz="2800" b="1" dirty="0">
                <a:solidFill>
                  <a:srgbClr val="3366CC"/>
                </a:solidFill>
                <a:latin typeface="Times New Roman" panose="02020603050405020304" pitchFamily="18" charset="0"/>
                <a:ea typeface="Prompt Medium" pitchFamily="34" charset="-122"/>
                <a:cs typeface="Times New Roman" panose="02020603050405020304" pitchFamily="18" charset="0"/>
              </a:rPr>
              <a:t>Section Dividers</a:t>
            </a:r>
            <a:endParaRPr lang="en-US" sz="2800" b="1" dirty="0">
              <a:solidFill>
                <a:srgbClr val="3366CC"/>
              </a:solidFill>
              <a:latin typeface="Times New Roman" panose="02020603050405020304" pitchFamily="18" charset="0"/>
              <a:cs typeface="Times New Roman" panose="02020603050405020304" pitchFamily="18" charset="0"/>
            </a:endParaRPr>
          </a:p>
        </p:txBody>
      </p:sp>
      <p:sp>
        <p:nvSpPr>
          <p:cNvPr id="10" name="Text 4"/>
          <p:cNvSpPr/>
          <p:nvPr/>
        </p:nvSpPr>
        <p:spPr>
          <a:xfrm>
            <a:off x="10228148" y="4108253"/>
            <a:ext cx="3608189" cy="1814513"/>
          </a:xfrm>
          <a:prstGeom prst="rect">
            <a:avLst/>
          </a:prstGeom>
          <a:noFill/>
          <a:ln/>
        </p:spPr>
        <p:txBody>
          <a:bodyPr wrap="square" lIns="0" tIns="0" rIns="0" bIns="0" rtlCol="0" anchor="t"/>
          <a:lstStyle/>
          <a:p>
            <a:pPr algn="just">
              <a:lnSpc>
                <a:spcPts val="2851"/>
              </a:lnSpc>
            </a:pPr>
            <a:r>
              <a:rPr lang="en-US" sz="2000" dirty="0">
                <a:latin typeface="Times New Roman" panose="02020603050405020304" pitchFamily="18" charset="0"/>
                <a:ea typeface="Mukta Light" pitchFamily="34" charset="-122"/>
                <a:cs typeface="Times New Roman" panose="02020603050405020304" pitchFamily="18" charset="0"/>
              </a:rPr>
              <a:t>Section dividers are used to clearly separate different elements of the menu and employee details, making the output more organized and user-friendly.</a:t>
            </a:r>
            <a:endParaRPr lang="en-US" sz="20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3BBA9206-EC17-2455-8999-88B60CFC71EA}"/>
              </a:ext>
            </a:extLst>
          </p:cNvPr>
          <p:cNvSpPr/>
          <p:nvPr/>
        </p:nvSpPr>
        <p:spPr>
          <a:xfrm>
            <a:off x="12165294"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solidFill>
            </a:endParaRPr>
          </a:p>
        </p:txBody>
      </p:sp>
      <p:pic>
        <p:nvPicPr>
          <p:cNvPr id="14" name="Picture 4">
            <a:extLst>
              <a:ext uri="{FF2B5EF4-FFF2-40B4-BE49-F238E27FC236}">
                <a16:creationId xmlns:a16="http://schemas.microsoft.com/office/drawing/2014/main" id="{1AB4B30F-3019-6C04-E8DE-75ABC0D5DD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1B2A2162-E40E-791E-6AC4-70F5983EC1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479913" y="1074301"/>
            <a:ext cx="5670591" cy="1235155"/>
          </a:xfrm>
          <a:prstGeom prst="rect">
            <a:avLst/>
          </a:prstGeom>
          <a:noFill/>
          <a:ln/>
        </p:spPr>
        <p:txBody>
          <a:bodyPr wrap="none" lIns="0" tIns="0" rIns="0" bIns="0" rtlCol="0" anchor="t"/>
          <a:lstStyle/>
          <a:p>
            <a:pPr algn="ctr">
              <a:lnSpc>
                <a:spcPts val="5551"/>
              </a:lnSpc>
            </a:pPr>
            <a:r>
              <a:rPr lang="en-US" sz="5400" spc="600" dirty="0">
                <a:solidFill>
                  <a:srgbClr val="137CC2"/>
                </a:solidFill>
                <a:latin typeface="Elephant" panose="02020904090505020303" pitchFamily="18" charset="0"/>
                <a:ea typeface="Prompt Medium" pitchFamily="34" charset="-122"/>
                <a:cs typeface="Prompt Medium" pitchFamily="34" charset="-120"/>
              </a:rPr>
              <a:t>Data Handling</a:t>
            </a:r>
            <a:endParaRPr lang="en-US" sz="5400" spc="600" dirty="0">
              <a:solidFill>
                <a:srgbClr val="137CC2"/>
              </a:solidFill>
              <a:latin typeface="Elephant" panose="02020904090505020303" pitchFamily="18" charset="0"/>
            </a:endParaRPr>
          </a:p>
        </p:txBody>
      </p:sp>
      <p:sp>
        <p:nvSpPr>
          <p:cNvPr id="3" name="Shape 1"/>
          <p:cNvSpPr/>
          <p:nvPr/>
        </p:nvSpPr>
        <p:spPr>
          <a:xfrm>
            <a:off x="877518" y="3139989"/>
            <a:ext cx="89134" cy="2398654"/>
          </a:xfrm>
          <a:prstGeom prst="roundRect">
            <a:avLst>
              <a:gd name="adj" fmla="val 30000"/>
            </a:avLst>
          </a:prstGeom>
          <a:solidFill>
            <a:srgbClr val="D8D4D4"/>
          </a:solidFill>
          <a:ln/>
        </p:spPr>
        <p:txBody>
          <a:bodyPr/>
          <a:lstStyle/>
          <a:p>
            <a:endParaRPr lang="en-US"/>
          </a:p>
        </p:txBody>
      </p:sp>
      <p:sp>
        <p:nvSpPr>
          <p:cNvPr id="4" name="Shape 2"/>
          <p:cNvSpPr/>
          <p:nvPr/>
        </p:nvSpPr>
        <p:spPr>
          <a:xfrm>
            <a:off x="1165893" y="3354181"/>
            <a:ext cx="811199" cy="90716"/>
          </a:xfrm>
          <a:prstGeom prst="roundRect">
            <a:avLst>
              <a:gd name="adj" fmla="val 30000"/>
            </a:avLst>
          </a:prstGeom>
          <a:solidFill>
            <a:srgbClr val="D8D4D4"/>
          </a:solidFill>
          <a:ln/>
        </p:spPr>
        <p:txBody>
          <a:bodyPr/>
          <a:lstStyle/>
          <a:p>
            <a:endParaRPr lang="en-US"/>
          </a:p>
        </p:txBody>
      </p:sp>
      <p:sp>
        <p:nvSpPr>
          <p:cNvPr id="6" name="Text 4"/>
          <p:cNvSpPr/>
          <p:nvPr/>
        </p:nvSpPr>
        <p:spPr>
          <a:xfrm>
            <a:off x="877516" y="3199275"/>
            <a:ext cx="130069" cy="1012757"/>
          </a:xfrm>
          <a:prstGeom prst="rect">
            <a:avLst/>
          </a:prstGeom>
          <a:noFill/>
          <a:ln/>
        </p:spPr>
        <p:txBody>
          <a:bodyPr wrap="none" lIns="0" tIns="0" rIns="0" bIns="0" rtlCol="0" anchor="t"/>
          <a:lstStyle/>
          <a:p>
            <a:pPr algn="ctr">
              <a:lnSpc>
                <a:spcPts val="2651"/>
              </a:lnSpc>
            </a:pPr>
            <a:endParaRPr lang="en-US" sz="2651" dirty="0"/>
          </a:p>
        </p:txBody>
      </p:sp>
      <p:sp>
        <p:nvSpPr>
          <p:cNvPr id="7" name="Text 5"/>
          <p:cNvSpPr/>
          <p:nvPr/>
        </p:nvSpPr>
        <p:spPr>
          <a:xfrm>
            <a:off x="2071732" y="3199275"/>
            <a:ext cx="2951803" cy="1054571"/>
          </a:xfrm>
          <a:prstGeom prst="rect">
            <a:avLst/>
          </a:prstGeom>
          <a:noFill/>
          <a:ln/>
        </p:spPr>
        <p:txBody>
          <a:bodyPr wrap="none" lIns="0" tIns="0" rIns="0" bIns="0" rtlCol="0" anchor="t"/>
          <a:lstStyle/>
          <a:p>
            <a:pPr>
              <a:lnSpc>
                <a:spcPts val="2751"/>
              </a:lnSpc>
            </a:pPr>
            <a:r>
              <a:rPr lang="en-US" sz="3200" b="1" spc="300" dirty="0">
                <a:solidFill>
                  <a:schemeClr val="accent4"/>
                </a:solidFill>
                <a:latin typeface="Times New Roman" panose="02020603050405020304" pitchFamily="18" charset="0"/>
                <a:ea typeface="Prompt Medium" pitchFamily="34" charset="-122"/>
                <a:cs typeface="Times New Roman" panose="02020603050405020304" pitchFamily="18" charset="0"/>
              </a:rPr>
              <a:t>Array-Based Storage</a:t>
            </a:r>
            <a:endParaRPr lang="en-US" sz="3200" b="1" spc="300" dirty="0">
              <a:solidFill>
                <a:schemeClr val="accent4"/>
              </a:solidFill>
              <a:latin typeface="Times New Roman" panose="02020603050405020304" pitchFamily="18" charset="0"/>
              <a:cs typeface="Times New Roman" panose="02020603050405020304" pitchFamily="18" charset="0"/>
            </a:endParaRPr>
          </a:p>
        </p:txBody>
      </p:sp>
      <p:sp>
        <p:nvSpPr>
          <p:cNvPr id="8" name="Text 6"/>
          <p:cNvSpPr/>
          <p:nvPr/>
        </p:nvSpPr>
        <p:spPr>
          <a:xfrm>
            <a:off x="2046549" y="3748876"/>
            <a:ext cx="11706343" cy="2160169"/>
          </a:xfrm>
          <a:prstGeom prst="rect">
            <a:avLst/>
          </a:prstGeom>
          <a:noFill/>
          <a:ln/>
        </p:spPr>
        <p:txBody>
          <a:bodyPr wrap="square" lIns="0" tIns="0" rIns="0" bIns="0" rtlCol="0" anchor="t"/>
          <a:lstStyle/>
          <a:p>
            <a:pPr algn="just">
              <a:lnSpc>
                <a:spcPts val="2851"/>
              </a:lnSpc>
            </a:pPr>
            <a:r>
              <a:rPr lang="en-US" sz="2400" dirty="0">
                <a:latin typeface="Times New Roman" panose="02020603050405020304" pitchFamily="18" charset="0"/>
                <a:ea typeface="Mukta Light" pitchFamily="34" charset="-122"/>
                <a:cs typeface="Times New Roman" panose="02020603050405020304" pitchFamily="18" charset="0"/>
              </a:rPr>
              <a:t>The program uses an array to store employee objects. This limits the number of employees to a maximum of 100. As new employees are added, they are stored sequentially in the array.</a:t>
            </a:r>
            <a:endParaRPr lang="en-US" sz="2400" dirty="0">
              <a:latin typeface="Times New Roman" panose="02020603050405020304" pitchFamily="18" charset="0"/>
              <a:cs typeface="Times New Roman" panose="02020603050405020304" pitchFamily="18" charset="0"/>
            </a:endParaRPr>
          </a:p>
        </p:txBody>
      </p:sp>
      <p:sp>
        <p:nvSpPr>
          <p:cNvPr id="9" name="Shape 7"/>
          <p:cNvSpPr/>
          <p:nvPr/>
        </p:nvSpPr>
        <p:spPr>
          <a:xfrm>
            <a:off x="1165893" y="5250846"/>
            <a:ext cx="811199" cy="90716"/>
          </a:xfrm>
          <a:prstGeom prst="roundRect">
            <a:avLst>
              <a:gd name="adj" fmla="val 30000"/>
            </a:avLst>
          </a:prstGeom>
          <a:solidFill>
            <a:srgbClr val="D8D4D4"/>
          </a:solidFill>
          <a:ln/>
        </p:spPr>
        <p:txBody>
          <a:bodyPr/>
          <a:lstStyle/>
          <a:p>
            <a:endParaRPr lang="en-US"/>
          </a:p>
        </p:txBody>
      </p:sp>
      <p:sp>
        <p:nvSpPr>
          <p:cNvPr id="10" name="Shape 8"/>
          <p:cNvSpPr/>
          <p:nvPr/>
        </p:nvSpPr>
        <p:spPr>
          <a:xfrm>
            <a:off x="686064" y="5010934"/>
            <a:ext cx="521493" cy="527708"/>
          </a:xfrm>
          <a:prstGeom prst="roundRect">
            <a:avLst>
              <a:gd name="adj" fmla="val 1792"/>
            </a:avLst>
          </a:prstGeom>
          <a:solidFill>
            <a:srgbClr val="F2EEEE"/>
          </a:solidFill>
          <a:ln w="7620">
            <a:solidFill>
              <a:srgbClr val="D8D4D4"/>
            </a:solidFill>
            <a:prstDash val="solid"/>
          </a:ln>
        </p:spPr>
        <p:txBody>
          <a:bodyPr/>
          <a:lstStyle/>
          <a:p>
            <a:endParaRPr lang="en-US"/>
          </a:p>
        </p:txBody>
      </p:sp>
      <p:sp>
        <p:nvSpPr>
          <p:cNvPr id="11" name="Text 9"/>
          <p:cNvSpPr/>
          <p:nvPr/>
        </p:nvSpPr>
        <p:spPr>
          <a:xfrm>
            <a:off x="829329" y="5095940"/>
            <a:ext cx="203439" cy="1012757"/>
          </a:xfrm>
          <a:prstGeom prst="rect">
            <a:avLst/>
          </a:prstGeom>
          <a:noFill/>
          <a:ln/>
        </p:spPr>
        <p:txBody>
          <a:bodyPr wrap="none" lIns="0" tIns="0" rIns="0" bIns="0" rtlCol="0" anchor="t"/>
          <a:lstStyle/>
          <a:p>
            <a:pPr algn="ctr">
              <a:lnSpc>
                <a:spcPts val="2651"/>
              </a:lnSpc>
            </a:pPr>
            <a:r>
              <a:rPr lang="en-US" sz="2651" dirty="0">
                <a:latin typeface="Prompt Medium" pitchFamily="34" charset="0"/>
                <a:ea typeface="Prompt Medium" pitchFamily="34" charset="-122"/>
                <a:cs typeface="Prompt Medium" pitchFamily="34" charset="-120"/>
              </a:rPr>
              <a:t>2</a:t>
            </a:r>
            <a:endParaRPr lang="en-US" sz="2651" dirty="0"/>
          </a:p>
        </p:txBody>
      </p:sp>
      <p:sp>
        <p:nvSpPr>
          <p:cNvPr id="12" name="Text 10"/>
          <p:cNvSpPr/>
          <p:nvPr/>
        </p:nvSpPr>
        <p:spPr>
          <a:xfrm>
            <a:off x="2071738" y="5095943"/>
            <a:ext cx="3134556" cy="1054571"/>
          </a:xfrm>
          <a:prstGeom prst="rect">
            <a:avLst/>
          </a:prstGeom>
          <a:noFill/>
          <a:ln/>
        </p:spPr>
        <p:txBody>
          <a:bodyPr wrap="none" lIns="0" tIns="0" rIns="0" bIns="0" rtlCol="0" anchor="t"/>
          <a:lstStyle/>
          <a:p>
            <a:pPr>
              <a:lnSpc>
                <a:spcPts val="2751"/>
              </a:lnSpc>
            </a:pPr>
            <a:r>
              <a:rPr lang="en-US" sz="3200" b="1" spc="300" dirty="0">
                <a:solidFill>
                  <a:schemeClr val="accent4"/>
                </a:solidFill>
                <a:latin typeface="Times New Roman" panose="02020603050405020304" pitchFamily="18" charset="0"/>
                <a:ea typeface="Prompt Medium" pitchFamily="34" charset="-122"/>
                <a:cs typeface="Times New Roman" panose="02020603050405020304" pitchFamily="18" charset="0"/>
              </a:rPr>
              <a:t>Dynamic Management</a:t>
            </a:r>
            <a:endParaRPr lang="en-US" sz="3200" b="1" spc="300" dirty="0">
              <a:solidFill>
                <a:schemeClr val="accent4"/>
              </a:solidFill>
              <a:latin typeface="Times New Roman" panose="02020603050405020304" pitchFamily="18" charset="0"/>
              <a:cs typeface="Times New Roman" panose="02020603050405020304" pitchFamily="18" charset="0"/>
            </a:endParaRPr>
          </a:p>
        </p:txBody>
      </p:sp>
      <p:sp>
        <p:nvSpPr>
          <p:cNvPr id="13" name="Text 11"/>
          <p:cNvSpPr/>
          <p:nvPr/>
        </p:nvSpPr>
        <p:spPr>
          <a:xfrm>
            <a:off x="2071738" y="5612380"/>
            <a:ext cx="11706343" cy="2160169"/>
          </a:xfrm>
          <a:prstGeom prst="rect">
            <a:avLst/>
          </a:prstGeom>
          <a:noFill/>
          <a:ln/>
        </p:spPr>
        <p:txBody>
          <a:bodyPr wrap="square" lIns="0" tIns="0" rIns="0" bIns="0" rtlCol="0" anchor="t"/>
          <a:lstStyle/>
          <a:p>
            <a:pPr algn="just">
              <a:lnSpc>
                <a:spcPts val="2851"/>
              </a:lnSpc>
            </a:pPr>
            <a:r>
              <a:rPr lang="en-US" sz="2400" dirty="0">
                <a:latin typeface="Times New Roman" panose="02020603050405020304" pitchFamily="18" charset="0"/>
                <a:ea typeface="Mukta Light" pitchFamily="34" charset="-122"/>
                <a:cs typeface="Times New Roman" panose="02020603050405020304" pitchFamily="18" charset="0"/>
              </a:rPr>
              <a:t>Employee data is managed dynamically. When an employee is deleted, the following entries in the array are shifted to fill the gap, ensuring that the array remains efficient and organized.</a:t>
            </a:r>
            <a:endParaRPr lang="en-US" sz="240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1D68CFC-6053-8553-1BBD-C55E0C0F1E28}"/>
              </a:ext>
            </a:extLst>
          </p:cNvPr>
          <p:cNvSpPr/>
          <p:nvPr/>
        </p:nvSpPr>
        <p:spPr>
          <a:xfrm>
            <a:off x="12326485" y="7350245"/>
            <a:ext cx="2241655" cy="83897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solidFill>
            </a:endParaRPr>
          </a:p>
        </p:txBody>
      </p:sp>
      <p:pic>
        <p:nvPicPr>
          <p:cNvPr id="17" name="Picture 4">
            <a:extLst>
              <a:ext uri="{FF2B5EF4-FFF2-40B4-BE49-F238E27FC236}">
                <a16:creationId xmlns:a16="http://schemas.microsoft.com/office/drawing/2014/main" id="{5371E0CD-89B6-1C86-19FA-E59A5FA88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860E9343-1333-4171-3098-5627E20896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sp>
        <p:nvSpPr>
          <p:cNvPr id="15" name="Shape 8">
            <a:extLst>
              <a:ext uri="{FF2B5EF4-FFF2-40B4-BE49-F238E27FC236}">
                <a16:creationId xmlns:a16="http://schemas.microsoft.com/office/drawing/2014/main" id="{2FCF865F-7386-77AD-1C6D-CEC5F1169534}"/>
              </a:ext>
            </a:extLst>
          </p:cNvPr>
          <p:cNvSpPr/>
          <p:nvPr/>
        </p:nvSpPr>
        <p:spPr>
          <a:xfrm>
            <a:off x="721689" y="3090327"/>
            <a:ext cx="521493" cy="527708"/>
          </a:xfrm>
          <a:prstGeom prst="roundRect">
            <a:avLst>
              <a:gd name="adj" fmla="val 1792"/>
            </a:avLst>
          </a:prstGeom>
          <a:solidFill>
            <a:srgbClr val="F2EEEE"/>
          </a:solidFill>
          <a:ln w="7620">
            <a:solidFill>
              <a:srgbClr val="D8D4D4"/>
            </a:solidFill>
            <a:prstDash val="solid"/>
          </a:ln>
        </p:spPr>
        <p:txBody>
          <a:bodyPr/>
          <a:lstStyle/>
          <a:p>
            <a:endParaRPr lang="en-US"/>
          </a:p>
        </p:txBody>
      </p:sp>
      <p:sp>
        <p:nvSpPr>
          <p:cNvPr id="16" name="TextBox 15">
            <a:extLst>
              <a:ext uri="{FF2B5EF4-FFF2-40B4-BE49-F238E27FC236}">
                <a16:creationId xmlns:a16="http://schemas.microsoft.com/office/drawing/2014/main" id="{61EB4DEA-E16C-5F45-F8BE-1D361FF87CAE}"/>
              </a:ext>
            </a:extLst>
          </p:cNvPr>
          <p:cNvSpPr txBox="1"/>
          <p:nvPr/>
        </p:nvSpPr>
        <p:spPr>
          <a:xfrm>
            <a:off x="807186" y="3132745"/>
            <a:ext cx="594304" cy="500137"/>
          </a:xfrm>
          <a:prstGeom prst="rect">
            <a:avLst/>
          </a:prstGeom>
          <a:noFill/>
        </p:spPr>
        <p:txBody>
          <a:bodyPr wrap="square" rtlCol="0">
            <a:spAutoFit/>
          </a:bodyPr>
          <a:lstStyle/>
          <a:p>
            <a:r>
              <a:rPr lang="en-US" sz="2650" dirty="0">
                <a:latin typeface="Prompt Medium" pitchFamily="34" charset="0"/>
                <a:cs typeface="Prompt Medium" pitchFamily="34" charset="-120"/>
              </a:rPr>
              <a:t>1</a:t>
            </a:r>
            <a:endParaRPr lang="en-US" sz="26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484F51-E0DD-5582-4768-1AECC4BB398A}"/>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4">
            <a:extLst>
              <a:ext uri="{FF2B5EF4-FFF2-40B4-BE49-F238E27FC236}">
                <a16:creationId xmlns:a16="http://schemas.microsoft.com/office/drawing/2014/main" id="{3755AD0C-C372-FE6D-2F7D-AEF6F7C36D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04" y="-35934"/>
            <a:ext cx="1106555" cy="11070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32C15B29-5025-C9F3-24A3-275252CA00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250AE5D3-DFDC-FB23-3BE3-AFD44FC0F388}"/>
              </a:ext>
            </a:extLst>
          </p:cNvPr>
          <p:cNvGraphicFramePr>
            <a:graphicFrameLocks noGrp="1"/>
          </p:cNvGraphicFramePr>
          <p:nvPr>
            <p:extLst>
              <p:ext uri="{D42A27DB-BD31-4B8C-83A1-F6EECF244321}">
                <p14:modId xmlns:p14="http://schemas.microsoft.com/office/powerpoint/2010/main" val="681012851"/>
              </p:ext>
            </p:extLst>
          </p:nvPr>
        </p:nvGraphicFramePr>
        <p:xfrm>
          <a:off x="0" y="914409"/>
          <a:ext cx="14630400" cy="7315188"/>
        </p:xfrm>
        <a:graphic>
          <a:graphicData uri="http://schemas.openxmlformats.org/drawingml/2006/table">
            <a:tbl>
              <a:tblPr firstRow="1" bandRow="1">
                <a:tableStyleId>{00A15C55-8517-42AA-B614-E9B94910E393}</a:tableStyleId>
              </a:tblPr>
              <a:tblGrid>
                <a:gridCol w="7315200">
                  <a:extLst>
                    <a:ext uri="{9D8B030D-6E8A-4147-A177-3AD203B41FA5}">
                      <a16:colId xmlns:a16="http://schemas.microsoft.com/office/drawing/2014/main" val="636147780"/>
                    </a:ext>
                  </a:extLst>
                </a:gridCol>
                <a:gridCol w="7315200">
                  <a:extLst>
                    <a:ext uri="{9D8B030D-6E8A-4147-A177-3AD203B41FA5}">
                      <a16:colId xmlns:a16="http://schemas.microsoft.com/office/drawing/2014/main" val="2647988625"/>
                    </a:ext>
                  </a:extLst>
                </a:gridCol>
              </a:tblGrid>
              <a:tr h="861831">
                <a:tc>
                  <a:txBody>
                    <a:bodyPr/>
                    <a:lstStyle/>
                    <a:p>
                      <a:pPr algn="ctr">
                        <a:lnSpc>
                          <a:spcPct val="150000"/>
                        </a:lnSpc>
                      </a:pPr>
                      <a:r>
                        <a:rPr lang="en-US" sz="3600" spc="600" dirty="0">
                          <a:solidFill>
                            <a:schemeClr val="bg1"/>
                          </a:solidFill>
                          <a:latin typeface="Abril Fatface" panose="02000503000000020003" pitchFamily="2" charset="0"/>
                        </a:rPr>
                        <a:t>Pros</a:t>
                      </a:r>
                      <a:endParaRPr lang="en-US" sz="2800" spc="600" dirty="0">
                        <a:solidFill>
                          <a:schemeClr val="bg1"/>
                        </a:solidFill>
                        <a:latin typeface="Abril Fatface" panose="02000503000000020003" pitchFamily="2"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lnSpc>
                          <a:spcPct val="150000"/>
                        </a:lnSpc>
                      </a:pPr>
                      <a:r>
                        <a:rPr lang="en-US" sz="3600" spc="600" dirty="0">
                          <a:solidFill>
                            <a:schemeClr val="bg1"/>
                          </a:solidFill>
                          <a:latin typeface="Abril Fatface" panose="02000503000000020003" pitchFamily="2" charset="0"/>
                        </a:rPr>
                        <a:t>Cons</a:t>
                      </a:r>
                      <a:endParaRPr lang="en-US" sz="2000" spc="600" dirty="0">
                        <a:solidFill>
                          <a:schemeClr val="bg1"/>
                        </a:solidFill>
                        <a:latin typeface="Abril Fatface" panose="02000503000000020003" pitchFamily="2"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487450689"/>
                  </a:ext>
                </a:extLst>
              </a:tr>
              <a:tr h="1001966">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Object-Oriented Design</a:t>
                      </a:r>
                      <a:r>
                        <a:rPr lang="en-US" sz="2000" dirty="0">
                          <a:solidFill>
                            <a:schemeClr val="tx1"/>
                          </a:solidFill>
                          <a:latin typeface="Times New Roman" panose="02020603050405020304" pitchFamily="18" charset="0"/>
                          <a:cs typeface="Times New Roman" panose="02020603050405020304" pitchFamily="18" charset="0"/>
                        </a:rPr>
                        <a:t> – Uses inheritance and encapsulation for better code reusability and structure.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Lack of Database Integration</a:t>
                      </a:r>
                      <a:r>
                        <a:rPr lang="en-US" sz="2000" dirty="0">
                          <a:solidFill>
                            <a:schemeClr val="tx1"/>
                          </a:solidFill>
                          <a:latin typeface="Times New Roman" panose="02020603050405020304" pitchFamily="18" charset="0"/>
                          <a:cs typeface="Times New Roman" panose="02020603050405020304" pitchFamily="18" charset="0"/>
                        </a:rPr>
                        <a:t> – Stores employees in an array, which is not persistent.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2952074"/>
                  </a:ext>
                </a:extLst>
              </a:tr>
              <a:tr h="1443527">
                <a:tc>
                  <a:txBody>
                    <a:bodyPr/>
                    <a:lstStyle/>
                    <a:p>
                      <a:pPr marL="285750" indent="-285750">
                        <a:lnSpc>
                          <a:spcPct val="150000"/>
                        </a:lnSpc>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Modular Approach</a:t>
                      </a:r>
                      <a:r>
                        <a:rPr lang="en-US" sz="2000" dirty="0">
                          <a:solidFill>
                            <a:schemeClr val="tx1"/>
                          </a:solidFill>
                          <a:latin typeface="Times New Roman" panose="02020603050405020304" pitchFamily="18" charset="0"/>
                          <a:cs typeface="Times New Roman" panose="02020603050405020304" pitchFamily="18" charset="0"/>
                        </a:rPr>
                        <a:t> – Functions are well-structured </a:t>
                      </a:r>
                      <a:r>
                        <a:rPr lang="en-US" sz="2000" dirty="0">
                          <a:solidFill>
                            <a:schemeClr val="tx1"/>
                          </a:solidFill>
                        </a:rPr>
                        <a:t>(</a:t>
                      </a:r>
                      <a:r>
                        <a:rPr lang="en-US" sz="2000" dirty="0">
                          <a:solidFill>
                            <a:schemeClr val="tx1"/>
                          </a:solidFill>
                          <a:highlight>
                            <a:srgbClr val="CCD7FF"/>
                          </a:highlight>
                          <a:latin typeface="Consolas" panose="020B0609020204030204" pitchFamily="49" charset="0"/>
                        </a:rPr>
                        <a:t>addEmployee ()</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a:solidFill>
                            <a:schemeClr val="tx1"/>
                          </a:solidFill>
                          <a:latin typeface="Consolas" panose="020B0609020204030204" pitchFamily="49" charset="0"/>
                        </a:rPr>
                        <a:t> </a:t>
                      </a:r>
                      <a:r>
                        <a:rPr lang="en-US" sz="2000" dirty="0">
                          <a:solidFill>
                            <a:schemeClr val="tx1"/>
                          </a:solidFill>
                          <a:highlight>
                            <a:srgbClr val="CCD7FF"/>
                          </a:highlight>
                          <a:latin typeface="Consolas" panose="020B0609020204030204" pitchFamily="49" charset="0"/>
                        </a:rPr>
                        <a:t>deleteEmployee()</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a:solidFill>
                            <a:schemeClr val="tx1"/>
                          </a:solidFill>
                          <a:latin typeface="Consolas" panose="020B0609020204030204" pitchFamily="49" charset="0"/>
                        </a:rPr>
                        <a:t> </a:t>
                      </a:r>
                      <a:r>
                        <a:rPr lang="en-US" sz="2000" dirty="0">
                          <a:solidFill>
                            <a:schemeClr val="tx1"/>
                          </a:solidFill>
                          <a:latin typeface="Times New Roman" panose="02020603050405020304" pitchFamily="18" charset="0"/>
                          <a:cs typeface="Times New Roman" panose="02020603050405020304" pitchFamily="18" charset="0"/>
                        </a:rPr>
                        <a:t>etc.) for easy maintenance.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Limited Scalability</a:t>
                      </a:r>
                      <a:r>
                        <a:rPr lang="en-US" sz="2000" dirty="0">
                          <a:solidFill>
                            <a:schemeClr val="tx1"/>
                          </a:solidFill>
                          <a:latin typeface="Times New Roman" panose="02020603050405020304" pitchFamily="18" charset="0"/>
                          <a:cs typeface="Times New Roman" panose="02020603050405020304" pitchFamily="18" charset="0"/>
                        </a:rPr>
                        <a:t> – Fixed-size array (100 employees) restricts dynamic expansion.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82506254"/>
                  </a:ext>
                </a:extLst>
              </a:tr>
              <a:tr h="1001966">
                <a:tc>
                  <a:txBody>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Accurate Salary Calculation</a:t>
                      </a:r>
                      <a:r>
                        <a:rPr lang="en-US" sz="2000" dirty="0">
                          <a:solidFill>
                            <a:schemeClr val="tx1"/>
                          </a:solidFill>
                          <a:latin typeface="Times New Roman" panose="02020603050405020304" pitchFamily="18" charset="0"/>
                          <a:cs typeface="Times New Roman" panose="02020603050405020304" pitchFamily="18" charset="0"/>
                        </a:rPr>
                        <a:t> – Implements HRA, DA, PF, Overtime Pay, and Bonus for gross salary computation.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Limited Security</a:t>
                      </a:r>
                      <a:r>
                        <a:rPr lang="en-US" sz="2000" dirty="0">
                          <a:solidFill>
                            <a:schemeClr val="tx1"/>
                          </a:solidFill>
                          <a:latin typeface="Times New Roman" panose="02020603050405020304" pitchFamily="18" charset="0"/>
                          <a:cs typeface="Times New Roman" panose="02020603050405020304" pitchFamily="18" charset="0"/>
                        </a:rPr>
                        <a:t> – Lacks authentication or role-based access control.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2121589"/>
                  </a:ext>
                </a:extLst>
              </a:tr>
              <a:tr h="1001966">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Complete CRUD Operations</a:t>
                      </a:r>
                      <a:r>
                        <a:rPr lang="en-US" sz="2000" dirty="0">
                          <a:solidFill>
                            <a:schemeClr val="tx1"/>
                          </a:solidFill>
                          <a:latin typeface="Times New Roman" panose="02020603050405020304" pitchFamily="18" charset="0"/>
                          <a:cs typeface="Times New Roman" panose="02020603050405020304" pitchFamily="18" charset="0"/>
                        </a:rPr>
                        <a:t> – Supports Add, View, Edit, Search, Sort, and Delete functionalities.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No Exception Handling</a:t>
                      </a:r>
                      <a:r>
                        <a:rPr lang="en-US" sz="2000" dirty="0">
                          <a:solidFill>
                            <a:schemeClr val="tx1"/>
                          </a:solidFill>
                          <a:latin typeface="Times New Roman" panose="02020603050405020304" pitchFamily="18" charset="0"/>
                          <a:cs typeface="Times New Roman" panose="02020603050405020304" pitchFamily="18" charset="0"/>
                        </a:rPr>
                        <a:t> – Does not handle invalid inputs gracefully, leading to potential crashes.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11995374"/>
                  </a:ext>
                </a:extLst>
              </a:tr>
              <a:tr h="1001966">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Input Validation</a:t>
                      </a:r>
                      <a:r>
                        <a:rPr lang="en-US" sz="2000" dirty="0">
                          <a:solidFill>
                            <a:schemeClr val="tx1"/>
                          </a:solidFill>
                          <a:latin typeface="Times New Roman" panose="02020603050405020304" pitchFamily="18" charset="0"/>
                          <a:cs typeface="Times New Roman" panose="02020603050405020304" pitchFamily="18" charset="0"/>
                        </a:rPr>
                        <a:t> – Ensures valid phone numbers and restricts menu input errors.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900" b="1" dirty="0">
                          <a:solidFill>
                            <a:schemeClr val="tx1"/>
                          </a:solidFill>
                          <a:latin typeface="Times New Roman" panose="02020603050405020304" pitchFamily="18" charset="0"/>
                          <a:cs typeface="Times New Roman" panose="02020603050405020304" pitchFamily="18" charset="0"/>
                        </a:rPr>
                        <a:t>T</a:t>
                      </a:r>
                      <a:r>
                        <a:rPr lang="en-US" sz="2000" b="1" dirty="0">
                          <a:solidFill>
                            <a:schemeClr val="tx1"/>
                          </a:solidFill>
                          <a:latin typeface="Times New Roman" panose="02020603050405020304" pitchFamily="18" charset="0"/>
                          <a:cs typeface="Times New Roman" panose="02020603050405020304" pitchFamily="18" charset="0"/>
                        </a:rPr>
                        <a:t>ightly Coupled Code</a:t>
                      </a:r>
                      <a:r>
                        <a:rPr lang="en-US" sz="2000" dirty="0">
                          <a:solidFill>
                            <a:schemeClr val="tx1"/>
                          </a:solidFill>
                          <a:latin typeface="Times New Roman" panose="02020603050405020304" pitchFamily="18" charset="0"/>
                          <a:cs typeface="Times New Roman" panose="02020603050405020304" pitchFamily="18" charset="0"/>
                        </a:rPr>
                        <a:t> – UI (console printing) is mixed with logic, making modifications harder.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58665619"/>
                  </a:ext>
                </a:extLst>
              </a:tr>
              <a:tr h="1001966">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Enhanced Readability</a:t>
                      </a:r>
                      <a:r>
                        <a:rPr lang="en-US" sz="2000" dirty="0">
                          <a:solidFill>
                            <a:schemeClr val="tx1"/>
                          </a:solidFill>
                          <a:latin typeface="Times New Roman" panose="02020603050405020304" pitchFamily="18" charset="0"/>
                          <a:cs typeface="Times New Roman" panose="02020603050405020304" pitchFamily="18" charset="0"/>
                        </a:rPr>
                        <a:t> – Uses ANSI color codes for better console display.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000" b="1" dirty="0">
                          <a:solidFill>
                            <a:schemeClr val="tx1"/>
                          </a:solidFill>
                          <a:latin typeface="Times New Roman" panose="02020603050405020304" pitchFamily="18" charset="0"/>
                          <a:cs typeface="Times New Roman" panose="02020603050405020304" pitchFamily="18" charset="0"/>
                        </a:rPr>
                        <a:t>No Multi-User Access</a:t>
                      </a:r>
                      <a:r>
                        <a:rPr lang="en-US" sz="2000" dirty="0">
                          <a:solidFill>
                            <a:schemeClr val="tx1"/>
                          </a:solidFill>
                          <a:latin typeface="Times New Roman" panose="02020603050405020304" pitchFamily="18" charset="0"/>
                          <a:cs typeface="Times New Roman" panose="02020603050405020304" pitchFamily="18" charset="0"/>
                        </a:rPr>
                        <a:t> – Cannot be accessed by multiple users simultaneously.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5957163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547258" y="954078"/>
            <a:ext cx="9904038" cy="1381800"/>
          </a:xfrm>
          <a:prstGeom prst="rect">
            <a:avLst/>
          </a:prstGeom>
          <a:noFill/>
          <a:ln/>
        </p:spPr>
        <p:txBody>
          <a:bodyPr wrap="none" lIns="0" tIns="0" rIns="0" bIns="0" rtlCol="0" anchor="t"/>
          <a:lstStyle/>
          <a:p>
            <a:pPr algn="ctr">
              <a:lnSpc>
                <a:spcPct val="150000"/>
              </a:lnSpc>
            </a:pPr>
            <a:r>
              <a:rPr lang="en-US" sz="6000" spc="600" dirty="0">
                <a:solidFill>
                  <a:srgbClr val="0070C0"/>
                </a:solidFill>
                <a:latin typeface="Elephant" panose="02020904090505020303" pitchFamily="18" charset="0"/>
                <a:ea typeface="Prompt Medium" pitchFamily="34" charset="-122"/>
                <a:cs typeface="Prompt Medium" pitchFamily="34" charset="-120"/>
              </a:rPr>
              <a:t>Future Enhancements</a:t>
            </a:r>
            <a:endParaRPr lang="en-US" sz="6000" spc="600" dirty="0">
              <a:solidFill>
                <a:srgbClr val="0070C0"/>
              </a:solidFill>
              <a:latin typeface="Elephant" panose="02020904090505020303" pitchFamily="18" charset="0"/>
            </a:endParaRPr>
          </a:p>
        </p:txBody>
      </p:sp>
      <p:sp>
        <p:nvSpPr>
          <p:cNvPr id="3" name="Text 1"/>
          <p:cNvSpPr/>
          <p:nvPr/>
        </p:nvSpPr>
        <p:spPr>
          <a:xfrm>
            <a:off x="793783" y="2800403"/>
            <a:ext cx="13042821" cy="362903"/>
          </a:xfrm>
          <a:prstGeom prst="rect">
            <a:avLst/>
          </a:prstGeom>
          <a:noFill/>
          <a:ln/>
        </p:spPr>
        <p:txBody>
          <a:bodyPr wrap="none" lIns="0" tIns="0" rIns="0" bIns="0" rtlCol="0" anchor="t"/>
          <a:lstStyle/>
          <a:p>
            <a:pPr marL="342882" indent="-342882" algn="just">
              <a:lnSpc>
                <a:spcPct val="150000"/>
              </a:lnSpc>
              <a:buSzPct val="100000"/>
              <a:buChar char="•"/>
            </a:pPr>
            <a:r>
              <a:rPr lang="en-US" sz="2000" b="1" dirty="0">
                <a:latin typeface="Times New Roman" panose="02020603050405020304" pitchFamily="18" charset="0"/>
                <a:ea typeface="Mukta Light" pitchFamily="34" charset="-122"/>
                <a:cs typeface="Times New Roman" panose="02020603050405020304" pitchFamily="18" charset="0"/>
              </a:rPr>
              <a:t>Database Integration</a:t>
            </a:r>
            <a:r>
              <a:rPr lang="en-US" sz="2000" dirty="0">
                <a:latin typeface="Times New Roman" panose="02020603050405020304" pitchFamily="18" charset="0"/>
                <a:ea typeface="Mukta Light" pitchFamily="34" charset="-122"/>
                <a:cs typeface="Times New Roman" panose="02020603050405020304" pitchFamily="18" charset="0"/>
              </a:rPr>
              <a:t> – Incorporate MySQL, MongoDB, or SQLite to ensure reliable and persistent employee data storage.</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793788" y="3309641"/>
            <a:ext cx="13042821" cy="362903"/>
          </a:xfrm>
          <a:prstGeom prst="rect">
            <a:avLst/>
          </a:prstGeom>
          <a:noFill/>
          <a:ln/>
        </p:spPr>
        <p:txBody>
          <a:bodyPr wrap="none" lIns="0" tIns="0" rIns="0" bIns="0" rtlCol="0" anchor="t"/>
          <a:lstStyle/>
          <a:p>
            <a:pPr marL="342882" indent="-342882" algn="just">
              <a:lnSpc>
                <a:spcPct val="150000"/>
              </a:lnSpc>
              <a:buSzPct val="100000"/>
              <a:buChar char="•"/>
            </a:pPr>
            <a:r>
              <a:rPr lang="en-US" sz="2000" b="1" dirty="0">
                <a:latin typeface="Times New Roman" panose="02020603050405020304" pitchFamily="18" charset="0"/>
                <a:ea typeface="Mukta Light" pitchFamily="34" charset="-122"/>
                <a:cs typeface="Times New Roman" panose="02020603050405020304" pitchFamily="18" charset="0"/>
              </a:rPr>
              <a:t>Graphical User Interface (GUI)</a:t>
            </a:r>
            <a:r>
              <a:rPr lang="en-US" sz="2000" dirty="0">
                <a:latin typeface="Times New Roman" panose="02020603050405020304" pitchFamily="18" charset="0"/>
                <a:ea typeface="Mukta Light" pitchFamily="34" charset="-122"/>
                <a:cs typeface="Times New Roman" panose="02020603050405020304" pitchFamily="18" charset="0"/>
              </a:rPr>
              <a:t> – Develop a user-friendly interface using JavaFX or Swing for a more intuitive experience.</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793787" y="3781312"/>
            <a:ext cx="13042821" cy="1004250"/>
          </a:xfrm>
          <a:prstGeom prst="rect">
            <a:avLst/>
          </a:prstGeom>
          <a:noFill/>
          <a:ln/>
        </p:spPr>
        <p:txBody>
          <a:bodyPr wrap="square" lIns="0" tIns="0" rIns="0" bIns="0" rtlCol="0" anchor="t"/>
          <a:lstStyle/>
          <a:p>
            <a:pPr marL="342882" indent="-342882" algn="just">
              <a:lnSpc>
                <a:spcPct val="150000"/>
              </a:lnSpc>
              <a:buSzPct val="100000"/>
              <a:buChar char="•"/>
            </a:pPr>
            <a:r>
              <a:rPr lang="en-US" sz="2000" b="1" dirty="0">
                <a:latin typeface="Times New Roman" panose="02020603050405020304" pitchFamily="18" charset="0"/>
                <a:ea typeface="Mukta Light" pitchFamily="34" charset="-122"/>
                <a:cs typeface="Times New Roman" panose="02020603050405020304" pitchFamily="18" charset="0"/>
              </a:rPr>
              <a:t>Cloud Integration</a:t>
            </a:r>
            <a:r>
              <a:rPr lang="en-US" sz="2000" dirty="0">
                <a:latin typeface="Times New Roman" panose="02020603050405020304" pitchFamily="18" charset="0"/>
                <a:ea typeface="Mukta Light" pitchFamily="34" charset="-122"/>
                <a:cs typeface="Times New Roman" panose="02020603050405020304" pitchFamily="18" charset="0"/>
              </a:rPr>
              <a:t> – Store payroll data on cloud services to allow remote access and better data management. It can be done using cloud databases (Firebase, AWS, or Azure) to store payroll data and enable remote access.</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793781" y="4808785"/>
            <a:ext cx="13042821" cy="1111568"/>
          </a:xfrm>
          <a:prstGeom prst="rect">
            <a:avLst/>
          </a:prstGeom>
          <a:noFill/>
          <a:ln/>
        </p:spPr>
        <p:txBody>
          <a:bodyPr wrap="square" lIns="0" tIns="0" rIns="0" bIns="0" rtlCol="0" anchor="t"/>
          <a:lstStyle/>
          <a:p>
            <a:pPr marL="342882" indent="-342882">
              <a:lnSpc>
                <a:spcPct val="150000"/>
              </a:lnSpc>
              <a:buSzPct val="100000"/>
              <a:buChar char="•"/>
            </a:pPr>
            <a:r>
              <a:rPr lang="en-US" sz="2000" b="1" dirty="0">
                <a:latin typeface="Times New Roman" panose="02020603050405020304" pitchFamily="18" charset="0"/>
                <a:ea typeface="Mukta Light" pitchFamily="34" charset="-122"/>
                <a:cs typeface="Times New Roman" panose="02020603050405020304" pitchFamily="18" charset="0"/>
              </a:rPr>
              <a:t>Data Security &amp; Encryption</a:t>
            </a:r>
            <a:r>
              <a:rPr lang="en-US" sz="2000" dirty="0">
                <a:latin typeface="Times New Roman" panose="02020603050405020304" pitchFamily="18" charset="0"/>
                <a:ea typeface="Mukta Light" pitchFamily="34" charset="-122"/>
                <a:cs typeface="Times New Roman" panose="02020603050405020304" pitchFamily="18" charset="0"/>
              </a:rPr>
              <a:t> – Strengthen security measures by encrypting sensitive information such as salaries and personal details. Declaring sensitive attributes (like salary, phone number, and employee ID) as </a:t>
            </a:r>
            <a:r>
              <a:rPr lang="en-US" sz="2000" dirty="0">
                <a:highlight>
                  <a:srgbClr val="CCD7FF"/>
                </a:highlight>
                <a:latin typeface="Consolas" pitchFamily="34" charset="0"/>
                <a:ea typeface="Consolas" pitchFamily="34" charset="-122"/>
                <a:cs typeface="Consolas" pitchFamily="34" charset="-120"/>
              </a:rPr>
              <a:t>private</a:t>
            </a:r>
            <a:r>
              <a:rPr lang="en-US" sz="1600" dirty="0">
                <a:latin typeface="Mukta Light" pitchFamily="34" charset="0"/>
                <a:ea typeface="Mukta Light" pitchFamily="34" charset="-122"/>
                <a:cs typeface="Mukta Light" pitchFamily="34" charset="-120"/>
              </a:rPr>
              <a:t> </a:t>
            </a:r>
            <a:r>
              <a:rPr lang="en-US" sz="2000" dirty="0">
                <a:latin typeface="Times New Roman" panose="02020603050405020304" pitchFamily="18" charset="0"/>
                <a:ea typeface="Mukta Light" pitchFamily="34" charset="-122"/>
                <a:cs typeface="Times New Roman" panose="02020603050405020304" pitchFamily="18" charset="0"/>
              </a:rPr>
              <a:t>prevents direct modification from outside the class, ensuring controlled access.</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793781" y="6274281"/>
            <a:ext cx="13042823" cy="362903"/>
          </a:xfrm>
          <a:prstGeom prst="rect">
            <a:avLst/>
          </a:prstGeom>
          <a:noFill/>
          <a:ln/>
        </p:spPr>
        <p:txBody>
          <a:bodyPr wrap="none" lIns="0" tIns="0" rIns="0" bIns="0" rtlCol="0" anchor="t"/>
          <a:lstStyle/>
          <a:p>
            <a:pPr marL="342882" indent="-342882" algn="just">
              <a:lnSpc>
                <a:spcPct val="150000"/>
              </a:lnSpc>
              <a:buSzPct val="100000"/>
              <a:buChar char="•"/>
            </a:pPr>
            <a:r>
              <a:rPr lang="en-US" sz="2000" b="1" dirty="0">
                <a:latin typeface="Times New Roman" panose="02020603050405020304" pitchFamily="18" charset="0"/>
                <a:ea typeface="Mukta Light" pitchFamily="34" charset="-122"/>
                <a:cs typeface="Times New Roman" panose="02020603050405020304" pitchFamily="18" charset="0"/>
              </a:rPr>
              <a:t>Web or Mobile Application</a:t>
            </a:r>
            <a:r>
              <a:rPr lang="en-US" sz="2000" dirty="0">
                <a:latin typeface="Times New Roman" panose="02020603050405020304" pitchFamily="18" charset="0"/>
                <a:ea typeface="Mukta Light" pitchFamily="34" charset="-122"/>
                <a:cs typeface="Times New Roman" panose="02020603050405020304" pitchFamily="18" charset="0"/>
              </a:rPr>
              <a:t> – Extend the system’s functionality by developing a web or mobile app using Spring Boot.</a:t>
            </a:r>
            <a:endParaRPr lang="en-US" sz="20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F91B34F1-3FAB-3E35-AE0E-EB4C0BEF2B26}"/>
              </a:ext>
            </a:extLst>
          </p:cNvPr>
          <p:cNvSpPr/>
          <p:nvPr/>
        </p:nvSpPr>
        <p:spPr>
          <a:xfrm>
            <a:off x="12326485" y="7350245"/>
            <a:ext cx="2241655" cy="707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endParaRPr lang="en-US" sz="1600" dirty="0">
              <a:solidFill>
                <a:schemeClr val="tx1"/>
              </a:solidFill>
            </a:endParaRPr>
          </a:p>
        </p:txBody>
      </p:sp>
      <p:pic>
        <p:nvPicPr>
          <p:cNvPr id="13" name="Picture 4">
            <a:extLst>
              <a:ext uri="{FF2B5EF4-FFF2-40B4-BE49-F238E27FC236}">
                <a16:creationId xmlns:a16="http://schemas.microsoft.com/office/drawing/2014/main" id="{0D25F48D-3E61-B078-71A6-363647835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21764425-C088-CA53-1E5A-3C58B8EFAA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58ABEA2-8C97-8EEF-BF08-913A90E95BE5}"/>
              </a:ext>
            </a:extLst>
          </p:cNvPr>
          <p:cNvSpPr/>
          <p:nvPr/>
        </p:nvSpPr>
        <p:spPr>
          <a:xfrm>
            <a:off x="627017" y="954078"/>
            <a:ext cx="561703" cy="12283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479904" y="3595816"/>
            <a:ext cx="5670591" cy="2852389"/>
          </a:xfrm>
          <a:prstGeom prst="rect">
            <a:avLst/>
          </a:prstGeom>
          <a:noFill/>
          <a:ln/>
        </p:spPr>
        <p:txBody>
          <a:bodyPr wrap="none" lIns="0" tIns="0" rIns="0" bIns="0" rtlCol="0" anchor="t"/>
          <a:lstStyle/>
          <a:p>
            <a:pPr algn="ctr">
              <a:lnSpc>
                <a:spcPts val="5551"/>
              </a:lnSpc>
            </a:pPr>
            <a:r>
              <a:rPr lang="en-US" sz="9600" dirty="0">
                <a:solidFill>
                  <a:srgbClr val="137CC2"/>
                </a:solidFill>
                <a:latin typeface="Elephant" panose="02020904090505020303" pitchFamily="18" charset="0"/>
                <a:ea typeface="Prompt Medium" pitchFamily="34" charset="-122"/>
                <a:cs typeface="Times New Roman" panose="02020603050405020304" pitchFamily="18" charset="0"/>
              </a:rPr>
              <a:t>Thank you!</a:t>
            </a:r>
            <a:endParaRPr lang="en-US" sz="9600" dirty="0">
              <a:solidFill>
                <a:srgbClr val="137CC2"/>
              </a:solidFill>
              <a:latin typeface="Elephant" panose="02020904090505020303"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1FE7BA97-B3C2-DD6A-BB7C-A7D0240662CD}"/>
              </a:ext>
            </a:extLst>
          </p:cNvPr>
          <p:cNvSpPr/>
          <p:nvPr/>
        </p:nvSpPr>
        <p:spPr>
          <a:xfrm>
            <a:off x="12326485" y="7350245"/>
            <a:ext cx="2241655" cy="780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6" name="Picture 4">
            <a:extLst>
              <a:ext uri="{FF2B5EF4-FFF2-40B4-BE49-F238E27FC236}">
                <a16:creationId xmlns:a16="http://schemas.microsoft.com/office/drawing/2014/main" id="{CA306896-A2E4-C077-187B-F9B618F0B1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04" y="-35934"/>
            <a:ext cx="1106555" cy="11437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D87F327B-21B6-819A-A013-5D9319512C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1844" y="0"/>
            <a:ext cx="2688557" cy="7079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276</TotalTime>
  <Words>1053</Words>
  <Application>Microsoft Office PowerPoint</Application>
  <PresentationFormat>Custom</PresentationFormat>
  <Paragraphs>96</Paragraphs>
  <Slides>12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Mukta Light</vt:lpstr>
      <vt:lpstr>Times New Roman</vt:lpstr>
      <vt:lpstr>Arial</vt:lpstr>
      <vt:lpstr>Aptos Display</vt:lpstr>
      <vt:lpstr>Consolas</vt:lpstr>
      <vt:lpstr>Segoe UI</vt:lpstr>
      <vt:lpstr>Abril Fatface</vt:lpstr>
      <vt:lpstr>Elephant</vt:lpstr>
      <vt:lpstr>Aptos</vt:lpstr>
      <vt:lpstr>Prompt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Shreeya Bhatt</cp:lastModifiedBy>
  <cp:revision>1</cp:revision>
  <dcterms:created xsi:type="dcterms:W3CDTF">2025-02-10T20:17:40Z</dcterms:created>
  <dcterms:modified xsi:type="dcterms:W3CDTF">2025-02-21T18:21:54Z</dcterms:modified>
</cp:coreProperties>
</file>